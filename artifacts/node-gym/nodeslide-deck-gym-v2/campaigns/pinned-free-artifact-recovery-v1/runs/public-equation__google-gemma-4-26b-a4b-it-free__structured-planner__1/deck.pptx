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[source_c1b82de1f4f7228acb9cee2401165291]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[source_96d36f20890e89de6ce8c954989f673f]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[source_c1b82de1f4f7228acb9cee2401165291]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[source_96d36f20890e89de6ce8c954989f673f]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[source_c1b82de1f4f7228acb9cee2401165291]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[source_96d36f20890e89de6ce8c954989f673f]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[source_c1b82de1f4f7228acb9cee2401165291]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[source_96d36f20890e89de6ce8c954989f673f]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[source_c1b82de1f4f7228acb9cee2401165291]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[source_96d36f20890e89de6ce8c954989f673f]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[source_c1b82de1f4f7228acb9cee2401165291]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[source_96d36f20890e89de6ce8c954989f673f]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[source_c1b82de1f4f7228acb9cee2401165291]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structured-planner@2.0.0: role=artifact-planner; context=bounded-story-spec-and-reference-pack; tools=select_artifact, validate_artifact_spec; repair=one-typed-repair.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[source_96d36f20890e89de6ce8c954989f673f]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d3c4aa3c01b7b86ab555879093b878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553e686795701382195262256b0269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59327faa93e50d73830d7c43e87ab0d0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08665216dc8349355a5b6c1da8adc222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4400aab396698b1ccaa89d3baac31a7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be3d4cba9f42559ba43334509cd3db09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d6835ec006bce41604755f7ce317a490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8c3dfa139ba6415fd6905e5f3c7ddff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310b2eb1250f59de02884dc3f47663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99af83d2d1a70d29298d9494f0dc2a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e9efd1257f6d8ad06cbbcfb0df5bb9f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72ff3c2d0d73bc93cfaa87b003a50d70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756f6cf61f35b4f63ac55fc98e993888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b8aa32358926a021c58d5a9cb7bff1bc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aa7ac0648704ee1a678b58e2c7af55d7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ec4611c05495a07d86e7aef4e5145910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8c287cff7e69179e7427991a83dcd660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244cfe4b583197fcd45b145dadb5b391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cebcbd4fb07380bf6f28c7640e9aa1ad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cebcbd4fb07380bf6f28c7640e9aa1ad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4909d6981de2cc2045c27394f4743478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4909d6981de2cc2045c27394f4743478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03ab246e816d033aecd5a8f84539f818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03ab246e816d033aecd5a8f84539f818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aa9f660077f3ad2e6d49b3b1943ffa0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447225bb671839b18d74a3c4eeb1c2f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0c0cb35d4d595a169d98899ab68ad21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7782788554722658edfaa53ee7689fa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adbd81632a536a67b3471065037d833e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5ad79ad419313221ec2a72d5df3c4fec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six-slide technical benchmark deck for equation. Task: Produce a typed quality-cost equation artifact and evaluated result. Use only this bounded evidence: Public deterministic fixture with Q, cost, latency, and weights. Reference contract: ArtifactS…</a:t>
            </a:r>
            <a:endParaRPr lang="en-US" sz="1900" dirty="0"/>
          </a:p>
        </p:txBody>
      </p:sp>
      <p:sp>
        <p:nvSpPr>
          <p:cNvPr id="6" name="element_81563b7f07d8da1b52aaf1ed9abb0b11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834cfec553f7d331fa40790317af9e0d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2d1759b04372f1534d0234abca744758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cd2465124dda19a193916391bee68c08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54e84d62d60316cf1484e66146eed47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ca2fd8bb08952dff14162d3acac97a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95dba427a233902799ff469061674b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a55ab9180b311ae32536cae05b4651c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6614ac22121150b64af68ad791522a2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47b4a5fe26813c8bb9381eb51751f2b1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e718dd9fdfa92a16e3694e1c1859628e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bbcdb98d96bc1f321bf741773e0f9f8d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43a812303254c819aea6946d41f55115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e171cbfe047f94f833e467274d6263f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6a7c003c13d2eb3010f39f3605c629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52aba06c234a268bf6e50074f3eae6b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9f32a81f87568c04b1d7f9910332882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f16d77bb9c62f59598ecdc7c31cdd32d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11fffb0cb4c0f93b32e56c6a14ba424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d3935c1388b344ec4ceef0123daf02ec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ebf8db1f84894fd56de74cb6ec9195db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3307534fb2c5f4c36d801e161cd41640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84a1cdea5df7d34eff49dbd333d96730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4a883d95559933b3c60fe1c534444618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7d2e8c36b8dee276c37ef5fe48c826d3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3aa76abff2b70cb113e3f43423634fc4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0fa036ef0c3b04fe64652985bd19ad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c6d844e2c3879d9ac76d9dcb14433a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a3ce4625df265b15751ad5f39325ef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49c7be21d914a805bebc78fe39ab3e0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b66a1b98a6245a48a2b20340829faee3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cb6639667658f07405858dadc3f41f18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256da6da62f9f8336b05d0051322002a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3298018bb6184902589d94bcb897159e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86201291d1124584b8e08764d52ed3d9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86201291d1124584b8e08764d52ed3d9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5af1af45049b8b85e61b648c1d9ca683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a593919836eeb39aa40641cdccca571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9fa85d664b2c583743a818148629bf4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89bd2685b096e8ce5b23b01a835f5a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aa357043c50cb66936180a952e09f2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f71f15b76e0a7aab4695f2535f7cdf7c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c809fe4c735376f0cfa3d66c59153019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07c95654ff55ba74be79f0f9e0fd7966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03c8e0094a893fb51e1877f32f80162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50b77b285172a1b8e97d0203394b614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b007f525275a7fb819974158d164620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3855cbf11f98d46b1466a4f0c5b8977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six-slide technical benchmark deck for equation</dc:title>
  <dc:subject>Create an editable, reviewable presentation from this idea</dc:subject>
  <dc:creator>NodeSlide</dc:creator>
  <cp:lastModifiedBy>NodeSlide</cp:lastModifiedBy>
  <cp:revision>1</cp:revision>
  <dcterms:created xsi:type="dcterms:W3CDTF">2026-07-22T08:05:25Z</dcterms:created>
  <dcterms:modified xsi:type="dcterms:W3CDTF">2026-07-22T08:05:25Z</dcterms:modified>
</cp:coreProperties>
</file>