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9536" y="658368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287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CONTROL / PUBLIC FIXTURE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59536" y="1143000"/>
            <a:ext cx="8686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72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Quality-to-cost ratio is computed from bound facts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859536" y="2423160"/>
            <a:ext cx="8046720" cy="502920"/>
          </a:xfrm>
          <a:prstGeom prst="rect">
            <a:avLst/>
          </a:prstGeom>
          <a:solidFill>
            <a:srgbClr val="FBF8F2"/>
          </a:solidFill>
          <a:ln w="12700">
            <a:solidFill>
              <a:srgbClr val="E4DDD2"/>
            </a:solidFill>
          </a:ln>
        </p:spPr>
        <p:txBody>
          <a:bodyPr wrap="square" lIns="2032" tIns="2032" rIns="2032" bIns="2032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2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Q = 0.8 score     Cost C = 0.4 index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59536" y="32461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900" b="1" dirty="0">
                <a:solidFill>
                  <a:srgbClr val="C455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 / C = 0.8 / 0.4 = 2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9509760" y="448056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400" b="1" dirty="0">
                <a:solidFill>
                  <a:srgbClr val="172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8595360" y="54406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6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quality-to-cost ratio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59536" y="58978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NodeGym synthetic public equation fixture / CC0-1.0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Quality-to-cost ratio</dc:title>
  <dc:subject>Digest-bound public equation fixture</dc:subject>
  <dc:creator>NodeGym deterministic control</dc:creator>
  <cp:lastModifiedBy>NodeGym deterministic control</cp:lastModifiedBy>
  <cp:revision>1</cp:revision>
  <dcterms:created xsi:type="dcterms:W3CDTF">2026-07-22T10:25:15Z</dcterms:created>
  <dcterms:modified xsi:type="dcterms:W3CDTF">2026-07-22T10:25:15Z</dcterms:modified>
</cp:coreProperties>
</file>