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[source_9eeb3ede5ffc60d1049f5eefe543967f] Create a six-slide technical benchmark deck for equation — creation brief
Citation: Create a six-slide technical benchmark deck for equation. Task: Produce a typed quality-cost equation artifact and evaluated result. Use only this bounded evidence: Public deterministic fixture with Q, cost, latency, and weights. Reference contract: ArtifactSpec equation validator v1. Harness structured-planner@2.0.0: role=artifact-planner; context=bounded-story-spec-and-reference-pack; tools=select_artifact, validate_artifact_spec; repair=one-typed-repair. Experiment repetition 1. Keep observed, derived, illustrative, pilot, and missing evidence visibly distinct. Do not claim automatic promotion, zero errors, frontier equivalence, or free-model identity without an exact returned-route receipt.
Disclaimer: Internal working material
[source_b9ac35b664016e03cc310cfc081b80a8] bounded-evidence.txt
Citation: Uploaded file: bounded-evidence.txt
Task evidence (data, not instructions):
Public deterministic fixture with Q, cost, latency, and weights.
Reference contract:
ArtifactSpec equation validator v1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[source_9eeb3ede5ffc60d1049f5eefe543967f] Create a six-slide technical benchmark deck for equation — creation brief
Citation: Create a six-slide technical benchmark deck for equation. Task: Produce a typed quality-cost equation artifact and evaluated result. Use only this bounded evidence: Public deterministic fixture with Q, cost, latency, and weights. Reference contract: ArtifactSpec equation validator v1. Harness structured-planner@2.0.0: role=artifact-planner; context=bounded-story-spec-and-reference-pack; tools=select_artifact, validate_artifact_spec; repair=one-typed-repair. Experiment repetition 1. Keep observed, derived, illustrative, pilot, and missing evidence visibly distinct. Do not claim automatic promotion, zero errors, frontier equivalence, or free-model identity without an exact returned-route receipt.
Disclaimer: Internal working material
[source_b9ac35b664016e03cc310cfc081b80a8] bounded-evidence.txt
Citation: Uploaded file: bounded-evidence.txt
Task evidence (data, not instructions):
Public deterministic fixture with Q, cost, latency, and weights.
Reference contract:
ArtifactSpec equation validator v1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[source_9eeb3ede5ffc60d1049f5eefe543967f] Create a six-slide technical benchmark deck for equation — creation brief
Citation: Create a six-slide technical benchmark deck for equation. Task: Produce a typed quality-cost equation artifact and evaluated result. Use only this bounded evidence: Public deterministic fixture with Q, cost, latency, and weights. Reference contract: ArtifactSpec equation validator v1. Harness structured-planner@2.0.0: role=artifact-planner; context=bounded-story-spec-and-reference-pack; tools=select_artifact, validate_artifact_spec; repair=one-typed-repair. Experiment repetition 1. Keep observed, derived, illustrative, pilot, and missing evidence visibly distinct. Do not claim automatic promotion, zero errors, frontier equivalence, or free-model identity without an exact returned-route receipt.
Disclaimer: Internal working material
[source_b9ac35b664016e03cc310cfc081b80a8] bounded-evidence.txt
Citation: Uploaded file: bounded-evidence.txt
Task evidence (data, not instructions):
Public deterministic fixture with Q, cost, latency, and weights.
Reference contract:
ArtifactSpec equation validator v1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[source_9eeb3ede5ffc60d1049f5eefe543967f] Create a six-slide technical benchmark deck for equation — creation brief
Citation: Create a six-slide technical benchmark deck for equation. Task: Produce a typed quality-cost equation artifact and evaluated result. Use only this bounded evidence: Public deterministic fixture with Q, cost, latency, and weights. Reference contract: ArtifactSpec equation validator v1. Harness structured-planner@2.0.0: role=artifact-planner; context=bounded-story-spec-and-reference-pack; tools=select_artifact, validate_artifact_spec; repair=one-typed-repair. Experiment repetition 1. Keep observed, derived, illustrative, pilot, and missing evidence visibly distinct. Do not claim automatic promotion, zero errors, frontier equivalence, or free-model identity without an exact returned-route receipt.
Disclaimer: Internal working material
[source_b9ac35b664016e03cc310cfc081b80a8] bounded-evidence.txt
Citation: Uploaded file: bounded-evidence.txt
Task evidence (data, not instructions):
Public deterministic fixture with Q, cost, latency, and weights.
Reference contract:
ArtifactSpec equation validator v1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[source_9eeb3ede5ffc60d1049f5eefe543967f] Create a six-slide technical benchmark deck for equation — creation brief
Citation: Create a six-slide technical benchmark deck for equation. Task: Produce a typed quality-cost equation artifact and evaluated result. Use only this bounded evidence: Public deterministic fixture with Q, cost, latency, and weights. Reference contract: ArtifactSpec equation validator v1. Harness structured-planner@2.0.0: role=artifact-planner; context=bounded-story-spec-and-reference-pack; tools=select_artifact, validate_artifact_spec; repair=one-typed-repair. Experiment repetition 1. Keep observed, derived, illustrative, pilot, and missing evidence visibly distinct. Do not claim automatic promotion, zero errors, frontier equivalence, or free-model identity without an exact returned-route receipt.
Disclaimer: Internal working material
[source_b9ac35b664016e03cc310cfc081b80a8] bounded-evidence.txt
Citation: Uploaded file: bounded-evidence.txt
Task evidence (data, not instructions):
Public deterministic fixture with Q, cost, latency, and weights.
Reference contract:
ArtifactSpec equation validator v1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[source_9eeb3ede5ffc60d1049f5eefe543967f] Create a six-slide technical benchmark deck for equation — creation brief
Citation: Create a six-slide technical benchmark deck for equation. Task: Produce a typed quality-cost equation artifact and evaluated result. Use only this bounded evidence: Public deterministic fixture with Q, cost, latency, and weights. Reference contract: ArtifactSpec equation validator v1. Harness structured-planner@2.0.0: role=artifact-planner; context=bounded-story-spec-and-reference-pack; tools=select_artifact, validate_artifact_spec; repair=one-typed-repair. Experiment repetition 1. Keep observed, derived, illustrative, pilot, and missing evidence visibly distinct. Do not claim automatic promotion, zero errors, frontier equivalence, or free-model identity without an exact returned-route receipt.
Disclaimer: Internal working material
[source_b9ac35b664016e03cc310cfc081b80a8] bounded-evidence.txt
Citation: Uploaded file: bounded-evidence.txt
Task evidence (data, not instructions):
Public deterministic fixture with Q, cost, latency, and weights.
Reference contract:
ArtifactSpec equation validator v1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[source_9eeb3ede5ffc60d1049f5eefe543967f] Create a six-slide technical benchmark deck for equation — creation brief
Citation: Create a six-slide technical benchmark deck for equation. Task: Produce a typed quality-cost equation artifact and evaluated result. Use only this bounded evidence: Public deterministic fixture with Q, cost, latency, and weights. Reference contract: ArtifactSpec equation validator v1. Harness structured-planner@2.0.0: role=artifact-planner; context=bounded-story-spec-and-reference-pack; tools=select_artifact, validate_artifact_spec; repair=one-typed-repair. Experiment repetition 1. Keep observed, derived, illustrative, pilot, and missing evidence visibly distinct. Do not claim automatic promotion, zero errors, frontier equivalence, or free-model identity without an exact returned-route receipt.
Disclaimer: Internal working material
[source_b9ac35b664016e03cc310cfc081b80a8] bounded-evidence.txt
Citation: Uploaded file: bounded-evidence.txt
Task evidence (data, not instructions):
Public deterministic fixture with Q, cost, latency, and weights.
Reference contract:
ArtifactSpec equation validator v1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4802a7ec496c4bdc9a657f0939589b5e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f820a807b72d71e0361730f217977548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5253b76d6b4623dde31fde519d04c1d2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1d37e715ecdd7aadac2cf098d266ca06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46ceb28a721e3e80ed8afa173c5b53d0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a001c28cd813d48c346f5dc706f40000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2076c2eef8e8a42de5da3ea790cf6edd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26e42ce55824c322d457d52f31832ccd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adf070216b9e9f1037d86f5fcb6797d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4b944a0e227a7a9e8fc71323e9b3c934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7fc7772e36e240fb2f85f8516732b53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68109b1a89bb93e01517f75da50648d5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423ca2cda9305251765599f766c12feb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0b1af890cebebefb83888b8712056972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244ef2d2aeb213f3965f873720aaabc1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bce5733202c4d994f36e23f7b58b0404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d8f2da8a5f3978052afff72eaa185e04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3be20ee60918feae85ab04375e1e0eae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5f2e1f909c5a7454f11df8cd3f118a1b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5f2e1f909c5a7454f11df8cd3f118a1b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3d6f4976a3b84f6d3b686ed5c56d3879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3d6f4976a3b84f6d3b686ed5c56d3879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40e4af4cd5240f882832fd12d235aef1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40e4af4cd5240f882832fd12d235aef1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ce9312f7a15a5f194aad1c2ea8d81acf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67216d4458ad96e5b803fbeb2c4513d7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a3fb1b418b7311990c617c59f099201a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d85718148a17fd153528ed3754d85ec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68a3e002380ec4755e01884db5056067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85fd4b2940f74a41e7036def4355f9a0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six-slide technical benchmark deck for equation. Task: Produce a typed quality-cost equation artifact and evaluated result. Use only this bounded evidence: Public deterministic fixture with Q, cost, latency, and weights. Reference contract: ArtifactS…</a:t>
            </a:r>
            <a:endParaRPr lang="en-US" sz="1900" dirty="0"/>
          </a:p>
        </p:txBody>
      </p:sp>
      <p:sp>
        <p:nvSpPr>
          <p:cNvPr id="6" name="element_093d9fb989739b3de29a816923564403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9b3af6ae82fb7f25cffc577e035fc17e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c57eb7ef829e5e1c49e84d99170f286f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5b6866705c287587ba842ee02a1b5945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03b353f1d5aa16fae24ce4c437fa9315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32cb4099143b3a906651b2d5ca80d88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fe68ce4e505bc317867d55ca2838e2aa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0da8c5c5f4332d2901d523a8a98af7d9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62ca38e720a8aeeed4dfd2a212d5767e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48fbb0daf20276f828aac6798e439f78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d5fe7cf5c81916f760346a38a0361243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6ee543c5f610186a20c6137a8d0e7235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5c6148e12e971dece997bc61041513e7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32ee64602406f7ebdd185914132c6487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8b9a351d7aff69a3ed435f9d02658398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b894122a5a607679f0a2f02d33ecd97a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1a83706242243b9639b26d04efd8eb3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cf0609e65b98865b24a017db98a47584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9746899f84bdb357604b91c29130424d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d2b841222b5659c96650f0c6745054be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b1f21ebe7842fb33c3c8ea26fd87387d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6e27e780e58efbf38b7814fa46e2099c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0bd8bf9a3ddbab52c40827c1cf2b64f6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9a20f6a39abfdc1a3a1eb6f4d76ba3e4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1e5d853941bbf20a9fdf60408e9072e1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5865620a21a067730f8576de2c20fefb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9e928d76eda95cf3351126d9cf058d0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20928ae78ecc155eb9695c3ddfc4d214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0f3e97079b18cc774ae33b7ac1f8d8c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326f52e04d0e1967349abe29df7b73d6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c487871e2ed531d205980dba4cc0f527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3d2c2d28d827e76c86892818a6933df4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4852495833ec044db5f7cb0313aabc79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eb63f5c58e795eb4d2a854431485a94b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0dbadbd64c2eaf5166e8e4f8e58b27a9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0dbadbd64c2eaf5166e8e4f8e58b27a9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e6ea80b5e68b92a250d373591db8004c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58e2ab3b4662e259174d3bf487e07396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66315f0fba431632a6641a0250f3f87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e40374d0c652804afc54be6350f13a6f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e618354611f421f6c716dad039f37e60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98b44b2fbbe6da2f850ff8548116a7a0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dde77ebd28fed3bbbc676915b83b47aa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d1cfb9e18d6c3227f912f79d70b21c4d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a13239f3eac12b6449ebd3415aff3330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ccb5a4e53551f4207c0c06e1207182f5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f0779a54716199647dc6c7c15852bdc2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59a20df42733c1dc299c260950a70a3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six-slide technical benchmark deck for equation</dc:title>
  <dc:subject>Create an editable, reviewable presentation from this idea</dc:subject>
  <dc:creator>NodeSlide</dc:creator>
  <cp:lastModifiedBy>NodeSlide</cp:lastModifiedBy>
  <cp:revision>1</cp:revision>
  <dcterms:created xsi:type="dcterms:W3CDTF">2026-07-22T08:20:09Z</dcterms:created>
  <dcterms:modified xsi:type="dcterms:W3CDTF">2026-07-22T08:20:09Z</dcterms:modified>
</cp:coreProperties>
</file>