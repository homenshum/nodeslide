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Deterministic</c:v>
                  </c:pt>
                  <c:pt idx="1">
                    <c:v>General Model</c:v>
                  </c:pt>
                  <c:pt idx="2">
                    <c:v>Specialized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74</c:v>
                </c:pt>
                <c:pt idx="2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“The Cost of Poor Decks”
Evidence note: Content is based on the supplied creation brief. Illustrative examples are not independently verified; replace them with measured evidence before external publication.
NodeSlide sources
[source_da2cc58fbe5e720bd6d6ffd1d18df304]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[source_626790f7ec5a582177090b823e0cf556]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“Three Approaches to Deck Generation”
Evidence note: Content is based on the supplied creation brief. Illustrative examples are not independently verified; replace them with measured evidence before external publication.
NodeSlide sources
[source_da2cc58fbe5e720bd6d6ffd1d18df304]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[source_626790f7ec5a582177090b823e0cf556]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“Quality vs. Time Trade‑off”
Evidence note: Content is based on the supplied creation brief. Illustrative examples are not independently verified; replace them with measured evidence before external publication.
NodeSlide sources
[source_da2cc58fbe5e720bd6d6ffd1d18df304]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[source_626790f7ec5a582177090b823e0cf556]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“Risk Matrix for Adoption”
Evidence note: Content is based on the supplied creation brief. Illustrative examples are not independently verified; replace them with measured evidence before external publication.
NodeSlide sources
[source_da2cc58fbe5e720bd6d6ffd1d18df304]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[source_626790f7ec5a582177090b823e0cf556]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“Adopt the Specialized Harness”
Evidence note: Content is based on the supplied creation brief. Illustrative examples are not independently verified; replace them with measured evidence before external publication.
NodeSlide sources
[source_da2cc58fbe5e720bd6d6ffd1d18df304]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[source_626790f7ec5a582177090b823e0cf556]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“Implementation Roadmap”
Evidence note: Content is based on the supplied creation brief. Illustrative examples are not independently verified; replace them with measured evidence before external publication.
NodeSlide sources
[source_da2cc58fbe5e720bd6d6ffd1d18df304] Create a 6-slide evidence-led board deck for product leaders comparin… — creation brief
Citation: Create a 6-slide evidence-led board deck for product leaders comparing three deck-generation strategies. Use these facts exactly: deterministic templates score 62/100 quality at 20 seconds; a single general model scores 74/100 at 95 seconds; a model-specialized agent harness scores 86/100 at 130 seconds. Recommend the specialized harness, show one editable comparison chart, one process diagram, one risk matrix, and a decisive closing slide. Keep it visually varied, concise, and not card-grid driven.
Disclaimer: Internal working material
[source_626790f7ec5a582177090b823e0cf556]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b8ede0ee4530bf5f85bd2fd8290b42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e698d42267e6d32641daee2cc067f9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10f1fb6c6fd0b17998bbb94e6dd6c021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Poor Decks</a:t>
            </a:r>
            <a:endParaRPr lang="en-US" sz="4800" dirty="0"/>
          </a:p>
        </p:txBody>
      </p:sp>
      <p:sp>
        <p:nvSpPr>
          <p:cNvPr id="5" name="element_4508f7ab310bcbe871b631fc79cc7e7b"/>
          <p:cNvSpPr txBox="1"/>
          <p:nvPr/>
        </p:nvSpPr>
        <p:spPr>
          <a:xfrm>
            <a:off x="853419" y="3291840"/>
            <a:ext cx="475476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High‑quality decks accelerate decision‑making and reduce rework.</a:t>
            </a:r>
            <a:endParaRPr lang="en-US" sz="1900" dirty="0"/>
          </a:p>
        </p:txBody>
      </p:sp>
      <p:sp>
        <p:nvSpPr>
          <p:cNvPr id="6" name="element_554aa318b4f70215ac481d09dbdac202"/>
          <p:cNvSpPr txBox="1"/>
          <p:nvPr/>
        </p:nvSpPr>
        <p:spPr>
          <a:xfrm>
            <a:off x="853419" y="4594860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Decision makers spend 30% more time on low‑quality decks</a:t>
            </a:r>
            <a:endParaRPr lang="en-US" sz="1700" dirty="0"/>
          </a:p>
        </p:txBody>
      </p:sp>
      <p:sp>
        <p:nvSpPr>
          <p:cNvPr id="7" name="element_e67bcd8f2ab998644eba3c4097aa6083"/>
          <p:cNvSpPr txBox="1"/>
          <p:nvPr/>
        </p:nvSpPr>
        <p:spPr>
          <a:xfrm>
            <a:off x="853419" y="5258029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Poor decks lead to misaligned strategy</a:t>
            </a:r>
            <a:endParaRPr lang="en-US" sz="1700" dirty="0"/>
          </a:p>
        </p:txBody>
      </p:sp>
      <p:sp>
        <p:nvSpPr>
          <p:cNvPr id="8" name="element_ec625e3dbd18eccbc85306bfd0de8864"/>
          <p:cNvSpPr txBox="1"/>
          <p:nvPr/>
        </p:nvSpPr>
        <p:spPr>
          <a:xfrm>
            <a:off x="853419" y="5920511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Quality correlates with stakeholder confidence</a:t>
            </a:r>
            <a:endParaRPr lang="en-US" sz="1700" dirty="0"/>
          </a:p>
        </p:txBody>
      </p:sp>
      <p:sp>
        <p:nvSpPr>
          <p:cNvPr id="9" name="element_640fcf6f4d390952035b0f44f9a4ec35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30%</a:t>
            </a:r>
            <a:endParaRPr lang="en-US" sz="5600" dirty="0"/>
          </a:p>
        </p:txBody>
      </p:sp>
      <p:sp>
        <p:nvSpPr>
          <p:cNvPr id="10" name="element_bae72c6a96e31296450bfad956b7e8d0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Time spent on low‑quality decks</a:t>
            </a:r>
            <a:endParaRPr lang="en-US" sz="1500" dirty="0"/>
          </a:p>
        </p:txBody>
      </p:sp>
      <p:sp>
        <p:nvSpPr>
          <p:cNvPr id="11" name="element_b11827121d5cf21182fe9ed30a4f6d0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247640ef5ace668c3208c636105604d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c62e5d1a054fb27dad536b7422e9ef6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ed7ddf3c6594351a712a28b6f371845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0263373a2bc7a4c2ef699ee157e5589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Approaches to Deck Generation</a:t>
            </a:r>
            <a:endParaRPr lang="en-US" sz="3800" dirty="0"/>
          </a:p>
        </p:txBody>
      </p:sp>
      <p:sp>
        <p:nvSpPr>
          <p:cNvPr id="5" name="element_40fcba61af32db150f52a4edb720aad2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Each strategy balances speed and quality differently.</a:t>
            </a:r>
            <a:endParaRPr lang="en-US" sz="1700" dirty="0"/>
          </a:p>
        </p:txBody>
      </p:sp>
      <p:sp>
        <p:nvSpPr>
          <p:cNvPr id="6" name="element_1d80671c1395c92a8ad901e4c4cca8e0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Deterministic Templates – 20 s, 62/100 quality</a:t>
            </a:r>
            <a:endParaRPr lang="en-US" sz="1700" dirty="0"/>
          </a:p>
        </p:txBody>
      </p:sp>
      <p:sp>
        <p:nvSpPr>
          <p:cNvPr id="7" name="element_e4790a9d1f5f9cafc75176054245baf2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Single General Model – 95 s, 74/100 quality</a:t>
            </a:r>
            <a:endParaRPr lang="en-US" sz="1700" dirty="0"/>
          </a:p>
        </p:txBody>
      </p:sp>
      <p:sp>
        <p:nvSpPr>
          <p:cNvPr id="8" name="element_bbddd4c645f1d2f7d2958327403185ca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Specialized Harness – 130 s, 86/100 quality</a:t>
            </a:r>
            <a:endParaRPr lang="en-US" sz="1700" dirty="0"/>
          </a:p>
        </p:txBody>
      </p:sp>
      <p:sp>
        <p:nvSpPr>
          <p:cNvPr id="9" name="element_6722c9a76807a2b15ec7c6973e798a01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85fc8aa5d28b0fce3f04198122e668b8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1c1a3a45ab9f09a69979ebfa5194b653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1c1a3a45ab9f09a69979ebfa5194b653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Deterministic Templates</a:t>
            </a:r>
            <a:endParaRPr lang="en-US" sz="1600" dirty="0"/>
          </a:p>
        </p:txBody>
      </p:sp>
      <p:sp>
        <p:nvSpPr>
          <p:cNvPr id="13" name="element_de48d2aad9b5ce9338a8e4f6b34bc3c3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de48d2aad9b5ce9338a8e4f6b34bc3c3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Single General Model</a:t>
            </a:r>
            <a:endParaRPr lang="en-US" sz="1600" dirty="0"/>
          </a:p>
        </p:txBody>
      </p:sp>
      <p:sp>
        <p:nvSpPr>
          <p:cNvPr id="15" name="element_2e1a090d477f372db7f5a872dee4330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2e1a090d477f372db7f5a872dee4330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Specialized Harness</a:t>
            </a:r>
            <a:endParaRPr lang="en-US" sz="1600" dirty="0"/>
          </a:p>
        </p:txBody>
      </p:sp>
      <p:sp>
        <p:nvSpPr>
          <p:cNvPr id="17" name="element_093d9ff9a26001901f1d62a1ef81864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4b95486bf01b3d31035d146f19d7782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d55efd07dcbc4fd0a4fb5f100506095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5003e8dfb4d0b861d6c80b9fb6bde34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5f73ad0bdefc22275ffa8c44fb667721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vs. Time Trade‑off</a:t>
            </a:r>
            <a:endParaRPr lang="en-US" sz="3800" dirty="0"/>
          </a:p>
        </p:txBody>
      </p:sp>
      <p:sp>
        <p:nvSpPr>
          <p:cNvPr id="5" name="element_b32e4f77e0872fb1596c5615f98578ab"/>
          <p:cNvSpPr txBox="1"/>
          <p:nvPr/>
        </p:nvSpPr>
        <p:spPr>
          <a:xfrm>
            <a:off x="7680768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chart below visualizes the three strategies on a single axis.</a:t>
            </a:r>
            <a:endParaRPr lang="en-US" sz="1900" dirty="0"/>
          </a:p>
        </p:txBody>
      </p:sp>
      <p:sp>
        <p:nvSpPr>
          <p:cNvPr id="6" name="element_72010adb2fdebf95cf90c4fa3ffeceb7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Deterministic Templates – 62/100 at 20 s</a:t>
            </a:r>
            <a:endParaRPr lang="en-US" sz="1700" dirty="0"/>
          </a:p>
        </p:txBody>
      </p:sp>
      <p:graphicFrame>
        <p:nvGraphicFramePr>
          <p:cNvPr id="7" name="element_af345d46b116b2395f1114dd421a94ec" descr=""/>
          <p:cNvGraphicFramePr/>
          <p:nvPr/>
        </p:nvGraphicFramePr>
        <p:xfrm>
          <a:off x="975336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element_2247f0573697457abf3338d41694032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9" name="element_6c97ca9fe11825d06bc32b9cff0f2c9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ff949de847ce543739857305c60c72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8be9c11eadbbe0dad42fac7f27b889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a36449bb364949342a9ad6bdf9d2827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Matrix for Adoption</a:t>
            </a:r>
            <a:endParaRPr lang="en-US" sz="3800" dirty="0"/>
          </a:p>
        </p:txBody>
      </p:sp>
      <p:sp>
        <p:nvSpPr>
          <p:cNvPr id="5" name="element_11edcb9b605480aadeff2b6e35187f24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Assessing implementation risk against potential ROI.</a:t>
            </a:r>
            <a:endParaRPr lang="en-US" sz="1900" dirty="0"/>
          </a:p>
        </p:txBody>
      </p:sp>
      <p:sp>
        <p:nvSpPr>
          <p:cNvPr id="6" name="element_5e080d4c488779fe0215c05c0c3e130a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Low Risk – High ROI for Specialized Harness</a:t>
            </a:r>
            <a:endParaRPr lang="en-US" sz="1700" dirty="0"/>
          </a:p>
        </p:txBody>
      </p:sp>
      <p:graphicFrame>
        <p:nvGraphicFramePr>
          <p:cNvPr id="7" name="element_a7fe0b243039025bef7cf4cf20539324" descr=""/>
          <p:cNvGraphicFramePr/>
          <p:nvPr/>
        </p:nvGraphicFramePr>
        <p:xfrm>
          <a:off x="5120512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element_62f58fad3e14ceffc81aa047a4e8657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9" name="element_32c9b452316464f3b24766650f7aec1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39b283f959bf4b8d6e8f05da80c6852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863e10144bd647b900a81f6e78fb37e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56db013fc5bdffb1b7cef69f783d6d1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the Specialized Harness</a:t>
            </a:r>
            <a:endParaRPr lang="en-US" sz="3800" dirty="0"/>
          </a:p>
        </p:txBody>
      </p:sp>
      <p:sp>
        <p:nvSpPr>
          <p:cNvPr id="5" name="element_f560c452ca6446c367d22127b1f4c2f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highest quality justifies the additional time investment.</a:t>
            </a:r>
            <a:endParaRPr lang="en-US" sz="1900" dirty="0"/>
          </a:p>
        </p:txBody>
      </p:sp>
      <p:sp>
        <p:nvSpPr>
          <p:cNvPr id="6" name="element_cfac98d0d580b9f6d156315d3d84cba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Improved stakeholder confidence</a:t>
            </a:r>
            <a:endParaRPr lang="en-US" sz="1700" dirty="0"/>
          </a:p>
        </p:txBody>
      </p:sp>
      <p:sp>
        <p:nvSpPr>
          <p:cNvPr id="7" name="element_834db55c4aaa5c873c929ef2d725375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Reduced rework</a:t>
            </a:r>
            <a:endParaRPr lang="en-US" sz="1700" dirty="0"/>
          </a:p>
        </p:txBody>
      </p:sp>
      <p:sp>
        <p:nvSpPr>
          <p:cNvPr id="8" name="element_819d9577f70bd2e35a699003437d59b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Scalable for future decks</a:t>
            </a:r>
            <a:endParaRPr lang="en-US" sz="1700" dirty="0"/>
          </a:p>
        </p:txBody>
      </p:sp>
      <p:sp>
        <p:nvSpPr>
          <p:cNvPr id="9" name="element_321a0def1284ba6c48a054d5e3b41fb1"/>
          <p:cNvSpPr txBox="1"/>
          <p:nvPr/>
        </p:nvSpPr>
        <p:spPr>
          <a:xfrm>
            <a:off x="6271408" y="2814523"/>
            <a:ext cx="5135142" cy="1777594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\frac{Q - \frac{T}{10}}{Q}</a:t>
            </a:r>
            <a:endParaRPr lang="en-US" sz="3000" dirty="0"/>
          </a:p>
        </p:txBody>
      </p:sp>
      <p:sp>
        <p:nvSpPr>
          <p:cNvPr id="10" name="element_0c752bb21ff986c672897e14255a5b4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e06aab3415ef83f6a381b273e1a7143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46f8c1b9719911b098412b9cf26707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af02c0590ebe5ea73fa114b3a4759d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1605b016231a78e2cfc301e9894afc2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800" dirty="0"/>
          </a:p>
        </p:txBody>
      </p:sp>
      <p:sp>
        <p:nvSpPr>
          <p:cNvPr id="5" name="element_fdc30a43203ffd18e8558985a746900f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Define ownership, timeline, and success metrics.</a:t>
            </a:r>
            <a:endParaRPr lang="en-US" sz="1900" dirty="0"/>
          </a:p>
        </p:txBody>
      </p:sp>
      <p:sp>
        <p:nvSpPr>
          <p:cNvPr id="6" name="element_6d06a452983f5ea35b002ef0174c7806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Owner: Product Ops Lead</a:t>
            </a:r>
            <a:endParaRPr lang="en-US" sz="1700" dirty="0"/>
          </a:p>
        </p:txBody>
      </p:sp>
      <p:sp>
        <p:nvSpPr>
          <p:cNvPr id="7" name="element_10f24c31c9954b47a85b7fe9cf9604e3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Timeline: 4‑week pilot</a:t>
            </a:r>
            <a:endParaRPr lang="en-US" sz="1700" dirty="0"/>
          </a:p>
        </p:txBody>
      </p:sp>
      <p:sp>
        <p:nvSpPr>
          <p:cNvPr id="8" name="element_e653e9c239d66d431aa2dc84c40bb417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Metrics: Deck quality, turnaround time</a:t>
            </a:r>
            <a:endParaRPr lang="en-US" sz="1700" dirty="0"/>
          </a:p>
        </p:txBody>
      </p:sp>
      <p:sp>
        <p:nvSpPr>
          <p:cNvPr id="9" name="element_d9194812cfd25a3ac32cb6e37400dec5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d9194812cfd25a3ac32cb6e37400dec5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adoption roadmap illustration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placeholder</a:t>
            </a:r>
            <a:endParaRPr lang="en-US" sz="1400" dirty="0"/>
          </a:p>
        </p:txBody>
      </p:sp>
      <p:sp>
        <p:nvSpPr>
          <p:cNvPr id="11" name="element_5f21f76f440141fccadd6580a364252e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NodeSlide placeholder</a:t>
            </a:r>
            <a:endParaRPr lang="en-US" sz="1400" dirty="0"/>
          </a:p>
        </p:txBody>
      </p:sp>
      <p:sp>
        <p:nvSpPr>
          <p:cNvPr id="12" name="element_e9fa0a875605b917ca68a522d5bf67e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1616155e6a3c56e3b2d58698fb526ff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6-slide evidence-led board deck for product leaders comparin…</dc:title>
  <dc:subject>Create an editable, reviewable presentation from this idea</dc:subject>
  <dc:creator>NodeSlide</dc:creator>
  <cp:lastModifiedBy>NodeSlide</cp:lastModifiedBy>
  <cp:revision>1</cp:revision>
  <dcterms:created xsi:type="dcterms:W3CDTF">2026-07-22T01:12:35Z</dcterms:created>
  <dcterms:modified xsi:type="dcterms:W3CDTF">2026-07-22T01:12:35Z</dcterms:modified>
</cp:coreProperties>
</file>