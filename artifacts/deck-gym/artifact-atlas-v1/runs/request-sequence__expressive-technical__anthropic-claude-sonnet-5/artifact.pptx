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Lifecycle: Custody and Failure Boundaries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precedes review, acceptance precedes commit, and every path—success or failure—ends in an explicit return.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lifelines trace one bounded request: submission flows through planning and validation, only accepted proposals reach adapter commit, and failed validation returns directly to the client rather than silently mutating state.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Request Lifecycle: Custody and Failure Boundaries</dc:title>
  <dc:subject>sequence-diagram benchmark candidate</dc:subject>
  <dc:creator>NodeSlide Artifact Arena</dc:creator>
  <cp:lastModifiedBy>NodeSlide Artifact Arena</cp:lastModifiedBy>
  <cp:revision>1</cp:revision>
  <dcterms:created xsi:type="dcterms:W3CDTF">2026-07-22T03:35:54Z</dcterms:created>
  <dcterms:modified xsi:type="dcterms:W3CDTF">2026-07-22T03:35:54Z</dcterms:modified>
</cp:coreProperties>
</file>