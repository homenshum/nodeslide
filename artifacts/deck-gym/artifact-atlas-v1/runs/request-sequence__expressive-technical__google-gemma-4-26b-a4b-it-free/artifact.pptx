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the critical gatekeeper between planning and human review/adapter commitment.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review; acceptance precedes commit.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 &amp; Validation Boundaries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2026-07-22T03:35:58Z</dcterms:created>
  <dcterms:modified xsi:type="dcterms:W3CDTF">2026-07-22T03:35:58Z</dcterms:modified>
</cp:coreProperties>
</file>