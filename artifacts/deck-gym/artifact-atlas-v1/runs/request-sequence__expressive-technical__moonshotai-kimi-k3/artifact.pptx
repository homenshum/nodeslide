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Validation Gate Before Review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proposal reaches human review only after validation passes, and only accepted proposals are committed by the adapter.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top-to-bottom: validation precedes review; acceptance precedes commit; the adapter returns a versioned receipt. The failed-validation path returns issues to the client instead of advancing.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Request Lifecycle: Validation Gate Before Review</dc:title>
  <dc:subject>sequence-diagram benchmark candidate</dc:subject>
  <dc:creator>NodeSlide Artifact Arena</dc:creator>
  <cp:lastModifiedBy>NodeSlide Artifact Arena</cp:lastModifiedBy>
  <cp:revision>1</cp:revision>
  <dcterms:created xsi:type="dcterms:W3CDTF">2026-07-22T03:35:34Z</dcterms:created>
  <dcterms:modified xsi:type="dcterms:W3CDTF">2026-07-22T03:35:34Z</dcterms:modified>
</cp:coreProperties>
</file>