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Priorities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implementation capacity is 3 by 4 and retention concentration is 2 by 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 and impact on consistent 1–5 scales; upper-right zone marks the priority region. Source: Q2 risk register.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Risk Priorities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2026-07-22T03:40:52Z</dcterms:created>
  <dcterms:modified xsi:type="dcterms:W3CDTF">2026-07-22T03:40:52Z</dcterms:modified>
</cp:coreProperties>
</file>