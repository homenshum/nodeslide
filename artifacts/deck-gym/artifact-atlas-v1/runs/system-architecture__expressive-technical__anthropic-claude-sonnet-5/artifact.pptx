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Boundary and Backend Adapters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portable protocol enforces validation before commit, then hands off to swappable backend adapters.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client, protocol, validation, adapter boundary, and three backend adapters, with the trust boundary marking where portable logic ends and backend-specific persistence begins.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Protocol Boundary and Backend Adapters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2026-07-22T03:35:06Z</dcterms:created>
  <dcterms:modified xsi:type="dcterms:W3CDTF">2026-07-22T03:35:06Z</dcterms:modified>
</cp:coreProperties>
</file>