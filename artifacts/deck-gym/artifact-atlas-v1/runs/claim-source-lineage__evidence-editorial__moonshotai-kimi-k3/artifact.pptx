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 SOURCE LINEAGE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Lineage: Human Acceptance at 52 Seconds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measured claim 'human acceptance at 52 seconds' traces directly to source journey-receipt; the unsupported 'zero errors' claim is rejected.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journey-receipt · Kimi K3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362200" y="3390900"/>
            <a:ext cx="533400" cy="0"/>
          </a:xfrm>
          <a:prstGeom prst="line">
            <a:avLst/>
          </a:prstGeom>
          <a:noFill/>
          <a:ln w="25400">
            <a:solidFill>
              <a:srgbClr val="C4553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572000" y="3390900"/>
            <a:ext cx="533400" cy="0"/>
          </a:xfrm>
          <a:prstGeom prst="line">
            <a:avLst/>
          </a:prstGeom>
          <a:noFill/>
          <a:ln w="25400">
            <a:solidFill>
              <a:srgbClr val="C4553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781800" y="3390900"/>
            <a:ext cx="533400" cy="0"/>
          </a:xfrm>
          <a:prstGeom prst="line">
            <a:avLst/>
          </a:prstGeom>
          <a:noFill/>
          <a:ln w="25400">
            <a:solidFill>
              <a:srgbClr val="C4553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991600" y="3390900"/>
            <a:ext cx="533400" cy="0"/>
          </a:xfrm>
          <a:prstGeom prst="line">
            <a:avLst/>
          </a:prstGeom>
          <a:noFill/>
          <a:ln w="25400">
            <a:solidFill>
              <a:srgbClr val="C4553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858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FBF8F2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receipt</a:t>
            </a:r>
            <a:endParaRPr lang="en-US" sz="1152" dirty="0"/>
          </a:p>
        </p:txBody>
      </p:sp>
      <p:sp>
        <p:nvSpPr>
          <p:cNvPr id="14" name="Text 12"/>
          <p:cNvSpPr/>
          <p:nvPr/>
        </p:nvSpPr>
        <p:spPr>
          <a:xfrm>
            <a:off x="8229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28956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FBF8F2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327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Extracted fact</a:t>
            </a:r>
            <a:endParaRPr lang="en-US" sz="1152" dirty="0"/>
          </a:p>
        </p:txBody>
      </p:sp>
      <p:sp>
        <p:nvSpPr>
          <p:cNvPr id="17" name="Text 15"/>
          <p:cNvSpPr/>
          <p:nvPr/>
        </p:nvSpPr>
        <p:spPr>
          <a:xfrm>
            <a:off x="30327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51054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E2DDD3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425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Bounded claim</a:t>
            </a:r>
            <a:endParaRPr lang="en-US" sz="1152" dirty="0"/>
          </a:p>
        </p:txBody>
      </p:sp>
      <p:sp>
        <p:nvSpPr>
          <p:cNvPr id="20" name="Text 18"/>
          <p:cNvSpPr/>
          <p:nvPr/>
        </p:nvSpPr>
        <p:spPr>
          <a:xfrm>
            <a:off x="52425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52 seconds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73152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FBF8F2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523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element</a:t>
            </a:r>
            <a:endParaRPr lang="en-US" sz="1152" dirty="0"/>
          </a:p>
        </p:txBody>
      </p:sp>
      <p:sp>
        <p:nvSpPr>
          <p:cNvPr id="23" name="Text 21"/>
          <p:cNvSpPr/>
          <p:nvPr/>
        </p:nvSpPr>
        <p:spPr>
          <a:xfrm>
            <a:off x="74523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95250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FBF8F2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621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 receipt</a:t>
            </a:r>
            <a:endParaRPr lang="en-US" sz="1152" dirty="0"/>
          </a:p>
        </p:txBody>
      </p:sp>
      <p:sp>
        <p:nvSpPr>
          <p:cNvPr id="26" name="Text 24"/>
          <p:cNvSpPr/>
          <p:nvPr/>
        </p:nvSpPr>
        <p:spPr>
          <a:xfrm>
            <a:off x="96621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5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5943600" y="3886200"/>
            <a:ext cx="0" cy="1066800"/>
          </a:xfrm>
          <a:prstGeom prst="line">
            <a:avLst/>
          </a:prstGeom>
          <a:noFill/>
          <a:ln w="19050">
            <a:solidFill>
              <a:srgbClr val="A63B32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029200" y="4953000"/>
            <a:ext cx="1828800" cy="533400"/>
          </a:xfrm>
          <a:prstGeom prst="roundRect">
            <a:avLst>
              <a:gd name="adj" fmla="val 13714"/>
            </a:avLst>
          </a:prstGeom>
          <a:solidFill>
            <a:srgbClr val="FBF8F2"/>
          </a:solidFill>
          <a:ln w="6350">
            <a:solidFill>
              <a:srgbClr val="A63B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81600" y="51054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A63B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“zero errors” rejected</a:t>
            </a:r>
            <a:endParaRPr lang="en-US" sz="1024" dirty="0"/>
          </a:p>
        </p:txBody>
      </p:sp>
      <p:sp>
        <p:nvSpPr>
          <p:cNvPr id="30" name="Text 28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human acceptance at 52 seconds · source journey-receipt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Reading left to right: source record (journey-receipt) → extracted fact (elapsed 52s, status complete) → bounded claim (human acceptance at 52 seconds) → slide element → exported receipt. A separate branch marks 'zero errors' as rejected: no browser-error evidence is present in the source.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NodeSlide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Evidence Lineage: Human Acceptance at 52 Seconds</dc:title>
  <dc:subject>claim-source-lineage benchmark candidate</dc:subject>
  <dc:creator>NodeSlide Artifact Arena</dc:creator>
  <cp:lastModifiedBy>NodeSlide Artifact Arena</cp:lastModifiedBy>
  <cp:revision>1</cp:revision>
  <dcterms:created xsi:type="dcterms:W3CDTF">2026-07-22T03:38:19Z</dcterms:created>
  <dcterms:modified xsi:type="dcterms:W3CDTF">2026-07-22T03:38:19Z</dcterms:modified>
</cp:coreProperties>
</file>