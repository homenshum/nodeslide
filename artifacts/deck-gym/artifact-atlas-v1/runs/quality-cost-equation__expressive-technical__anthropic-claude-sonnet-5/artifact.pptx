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divided by C is approximately 19.74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B6E36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is quality_score (0.75) and C is cost_usd (0.038) from the adaptive retrieval result; their ratio gives the adaptive policy value used to compare configurations.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Cost-Adjusted Quality Measure</dc:title>
  <dc:subject>katex-equation benchmark candidate</dc:subject>
  <dc:creator>NodeSlide Artifact Arena</dc:creator>
  <cp:lastModifiedBy>NodeSlide Artifact Arena</cp:lastModifiedBy>
  <cp:revision>1</cp:revision>
  <dcterms:created xsi:type="dcterms:W3CDTF">2026-07-22T03:39:37Z</dcterms:created>
  <dcterms:modified xsi:type="dcterms:W3CDTF">2026-07-22T03:39:37Z</dcterms:modified>
</cp:coreProperties>
</file>