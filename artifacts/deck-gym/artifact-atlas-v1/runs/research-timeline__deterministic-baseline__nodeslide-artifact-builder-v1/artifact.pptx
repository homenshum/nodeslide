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 July 1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progression from research question to evidence-backed decision with honest stage timing.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DCE8EB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8B5E3C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8B5E3C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8B5E3C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287A8D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8B5E3C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 completed July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frozen July 1</dc:title>
  <dc:subject>timeline benchmark candidate</dc:subject>
  <dc:creator>NodeSlide Artifact Arena</dc:creator>
  <cp:lastModifiedBy>NodeSlide Artifact Arena</cp:lastModifiedBy>
  <cp:revision>1</cp:revision>
  <dcterms:created xsi:type="dcterms:W3CDTF">2026-07-22T03:36:00Z</dcterms:created>
  <dcterms:modified xsi:type="dcterms:W3CDTF">2026-07-22T03:36:00Z</dcterms:modified>
</cp:coreProperties>
</file>