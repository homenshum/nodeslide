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Performance Validation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latency for Convex adapter implementation.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derived from benchmark suite.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Adapter Performance Validation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2026-07-22T03:40:04Z</dcterms:created>
  <dcterms:modified xsi:type="dcterms:W3CDTF">2026-07-22T03:40:04Z</dcterms:modified>
</cp:coreProperties>
</file>