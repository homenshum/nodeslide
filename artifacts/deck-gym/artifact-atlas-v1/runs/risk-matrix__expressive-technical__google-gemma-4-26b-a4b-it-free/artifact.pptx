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MATRIX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Risk Prioritization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highest priority.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q2-risks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05000" y="1790700"/>
            <a:ext cx="3810000" cy="3810000"/>
          </a:xfrm>
          <a:prstGeom prst="rect">
            <a:avLst/>
          </a:prstGeom>
          <a:solidFill>
            <a:srgbClr val="172132"/>
          </a:solidFill>
          <a:ln w="6350">
            <a:solidFill>
              <a:srgbClr val="A4B1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67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905000" y="2552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29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905000" y="3314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191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905000" y="4076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953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905000" y="4838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191000" y="1790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3000" y="1790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3000" y="2552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58902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LIKELIHOOD →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62000" y="33528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IMPACT ↑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404360" y="2004060"/>
            <a:ext cx="335280" cy="335280"/>
          </a:xfrm>
          <a:prstGeom prst="ellipse">
            <a:avLst/>
          </a:prstGeom>
          <a:solidFill>
            <a:srgbClr val="FF7A70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642360" y="2766060"/>
            <a:ext cx="335280" cy="33528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3840" y="2819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880360" y="2004060"/>
            <a:ext cx="335280" cy="335280"/>
          </a:xfrm>
          <a:prstGeom prst="ellipse">
            <a:avLst/>
          </a:prstGeom>
          <a:solidFill>
            <a:srgbClr val="A98BFF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concentration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58000" y="220980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8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operating risk.</a:t>
            </a:r>
            <a:endParaRPr lang="en-US" sz="1984" dirty="0"/>
          </a:p>
        </p:txBody>
      </p:sp>
      <p:sp>
        <p:nvSpPr>
          <p:cNvPr id="29" name="Text 27"/>
          <p:cNvSpPr/>
          <p:nvPr/>
        </p:nvSpPr>
        <p:spPr>
          <a:xfrm>
            <a:off x="6858000" y="30480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the highest likelihood observed in the register with maximum impact.</a:t>
            </a:r>
            <a:endParaRPr lang="en-US" sz="1408" dirty="0"/>
          </a:p>
        </p:txBody>
      </p:sp>
      <p:sp>
        <p:nvSpPr>
          <p:cNvPr id="30" name="Shape 28"/>
          <p:cNvSpPr/>
          <p:nvPr/>
        </p:nvSpPr>
        <p:spPr>
          <a:xfrm>
            <a:off x="6858000" y="4343400"/>
            <a:ext cx="3581400" cy="640080"/>
          </a:xfrm>
          <a:prstGeom prst="roundRect">
            <a:avLst>
              <a:gd name="adj" fmla="val 11429"/>
            </a:avLst>
          </a:prstGeom>
          <a:solidFill>
            <a:srgbClr val="253044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11040"/>
            <a:ext cx="3124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intervene before Q3 planning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pipeline coverage is highest priority · implementation capacity is 3 by 4 · retention concentration is 2 by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plotted by likelihood and impact scales.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Risk Prioritization</dc:title>
  <dc:subject>risk-matrix benchmark candidate</dc:subject>
  <dc:creator>NodeSlide Artifact Arena</dc:creator>
  <cp:lastModifiedBy>NodeSlide Artifact Arena</cp:lastModifiedBy>
  <cp:revision>1</cp:revision>
  <dcterms:created xsi:type="dcterms:W3CDTF">2026-07-22T03:41:46Z</dcterms:created>
  <dcterms:modified xsi:type="dcterms:W3CDTF">2026-07-22T03:41:46Z</dcterms:modified>
</cp:coreProperties>
</file>