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Observed: Widening Modeled Range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track near base; the base forecast reaches 11.4 by Q5 while the modeled range widens to 9.0–13.8.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shows the supplied modeled low–high range for Q3–Q5; it is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vs. Observed: Widening Modeled Range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2026-07-22T03:34:13Z</dcterms:created>
  <dcterms:modified xsi:type="dcterms:W3CDTF">2026-07-22T03:34:13Z</dcterms:modified>
</cp:coreProperties>
</file>