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acceptance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one memorable, evidence-bounded thesis before the detailed argument begins.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one memorable, evidence-bounded thesis before the detailed argument begins.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287A8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 seconds to human acceptance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before acceptance</dc:title>
  <dc:subject>hero-thesis benchmark candidate</dc:subject>
  <dc:creator>NodeSlide Artifact Arena</dc:creator>
  <cp:lastModifiedBy>NodeSlide Artifact Arena</cp:lastModifiedBy>
  <cp:revision>1</cp:revision>
  <dcterms:created xsi:type="dcterms:W3CDTF">2026-07-22T03:31:32Z</dcterms:created>
  <dcterms:modified xsi:type="dcterms:W3CDTF">2026-07-22T03:31:32Z</dcterms:modified>
</cp:coreProperties>
</file>