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THESIS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Makes Presentation Automation Safer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before acceptance turns automated drafting into a trustworthy workflow, not a blind one.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hero-workflow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905000"/>
            <a:ext cx="2956560" cy="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171700"/>
            <a:ext cx="71628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before acceptance turns automated drafting into a trustworthy workflow, not a blind one.</a:t>
            </a:r>
            <a:endParaRPr lang="en-US" sz="3584" dirty="0"/>
          </a:p>
        </p:txBody>
      </p:sp>
      <p:sp>
        <p:nvSpPr>
          <p:cNvPr id="10" name="Text 8"/>
          <p:cNvSpPr/>
          <p:nvPr/>
        </p:nvSpPr>
        <p:spPr>
          <a:xfrm>
            <a:off x="9067800" y="2225040"/>
            <a:ext cx="21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48" b="1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52s</a:t>
            </a:r>
            <a:endParaRPr lang="en-US" sz="5248" dirty="0"/>
          </a:p>
        </p:txBody>
      </p:sp>
      <p:sp>
        <p:nvSpPr>
          <p:cNvPr id="11" name="Text 9"/>
          <p:cNvSpPr/>
          <p:nvPr/>
        </p:nvSpPr>
        <p:spPr>
          <a:xfrm>
            <a:off x="8534400" y="3009900"/>
            <a:ext cx="2667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human acceptance</a:t>
            </a:r>
            <a:endParaRPr lang="en-US" sz="1152" dirty="0"/>
          </a:p>
        </p:txBody>
      </p:sp>
      <p:sp>
        <p:nvSpPr>
          <p:cNvPr id="12" name="Text 1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review before acceptance · 52 seconds to human acceptance · 58 seconds to PowerPoint export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workflow time (52s to human acceptance, 58s to PowerPoint export) is distinct from the broader safety claim above.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Reviewable Generation Makes Presentation Automation Safer</dc:title>
  <dc:subject>hero-thesis benchmark candidate</dc:subject>
  <dc:creator>NodeSlide Artifact Arena</dc:creator>
  <cp:lastModifiedBy>NodeSlide Artifact Arena</cp:lastModifiedBy>
  <cp:revision>1</cp:revision>
  <dcterms:created xsi:type="dcterms:W3CDTF">2026-07-22T03:31:32Z</dcterms:created>
  <dcterms:modified xsi:type="dcterms:W3CDTF">2026-07-22T03:31:32Z</dcterms:modified>
</cp:coreProperties>
</file>