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drafts into trustworthy decks: 52 seconds to human acceptance, 58 seconds to PowerPoint export.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drafts into trustworthy decks: 52 seconds to human acceptance, 58 seconds to PowerPoint export.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timing (52s acceptance, 58s export) is distinct from the broader product thesis about reviewable automation.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Reviewable Generation Makes Presentation Automation Safer</dc:title>
  <dc:subject>hero-thesis benchmark candidate</dc:subject>
  <dc:creator>NodeSlide Artifact Arena</dc:creator>
  <cp:lastModifiedBy>NodeSlide Artifact Arena</cp:lastModifiedBy>
  <cp:revision>1</cp:revision>
  <dcterms:created xsi:type="dcterms:W3CDTF">2026-07-22T03:32:00Z</dcterms:created>
  <dcterms:modified xsi:type="dcterms:W3CDTF">2026-07-22T03:32:00Z</dcterms:modified>
</cp:coreProperties>
</file>