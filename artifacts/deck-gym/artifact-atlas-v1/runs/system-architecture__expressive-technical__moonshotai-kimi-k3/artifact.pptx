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NodeSlide Portable Protocol Architecture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portable protocol carries client operations through validation to backend-specific adapters behind one trust boundary.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253044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Left-to-right flow: Client → Portable Protocol (initialize, stage, commit, restore) → Validation Engine (validation before commit) → Adapter Boundary → Memory, Convex, and Postgres adapters. The adapter boundary is the one marked trust boundary; everything right of it is backend-specific.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 Portable Protocol Architecture</dc:title>
  <dc:subject>architecture-diagram benchmark candidate</dc:subject>
  <dc:creator>NodeSlide Artifact Arena</dc:creator>
  <cp:lastModifiedBy>NodeSlide Artifact Arena</cp:lastModifiedBy>
  <cp:revision>1</cp:revision>
  <dcterms:created xsi:type="dcterms:W3CDTF">2026-07-22T03:35:03Z</dcterms:created>
  <dcterms:modified xsi:type="dcterms:W3CDTF">2026-07-22T03:35:03Z</dcterms:modified>
</cp:coreProperties>
</file>