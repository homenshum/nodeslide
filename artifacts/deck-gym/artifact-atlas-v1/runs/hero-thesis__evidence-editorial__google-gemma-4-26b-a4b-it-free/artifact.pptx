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HERO THESIS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 Presentation Automation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Reviewable generation ensures safety by validating drafts before human acceptance.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hero-workflow · Gemma 4 26B Free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905000"/>
            <a:ext cx="2956560" cy="0"/>
          </a:xfrm>
          <a:prstGeom prst="line">
            <a:avLst/>
          </a:prstGeom>
          <a:noFill/>
          <a:ln w="31750">
            <a:solidFill>
              <a:srgbClr val="C45538"/>
            </a:solidFill>
            <a:prstDash val="solid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48640" y="2171700"/>
            <a:ext cx="7162800" cy="2552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58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Reviewable generation ensures safety by validating drafts before human acceptance.</a:t>
            </a:r>
            <a:endParaRPr lang="en-US" sz="3584" dirty="0"/>
          </a:p>
        </p:txBody>
      </p:sp>
      <p:sp>
        <p:nvSpPr>
          <p:cNvPr id="10" name="Text 8"/>
          <p:cNvSpPr/>
          <p:nvPr/>
        </p:nvSpPr>
        <p:spPr>
          <a:xfrm>
            <a:off x="9067800" y="2225040"/>
            <a:ext cx="2133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248" b="1" dirty="0">
                <a:solidFill>
                  <a:srgbClr val="C4553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52s</a:t>
            </a:r>
            <a:endParaRPr lang="en-US" sz="5248" dirty="0"/>
          </a:p>
        </p:txBody>
      </p:sp>
      <p:sp>
        <p:nvSpPr>
          <p:cNvPr id="11" name="Text 9"/>
          <p:cNvSpPr/>
          <p:nvPr/>
        </p:nvSpPr>
        <p:spPr>
          <a:xfrm>
            <a:off x="8534400" y="3009900"/>
            <a:ext cx="26670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human acceptance</a:t>
            </a:r>
            <a:endParaRPr lang="en-US" sz="1152" dirty="0"/>
          </a:p>
        </p:txBody>
      </p:sp>
      <p:sp>
        <p:nvSpPr>
          <p:cNvPr id="12" name="Text 10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review before acceptance · 52 seconds to human acceptance · 58 seconds to PowerPoint export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Measured workflow from frozen fixture to export.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NodeSlide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 Presentation Automation</dc:title>
  <dc:subject>hero-thesis benchmark candidate</dc:subject>
  <dc:creator>NodeSlide Artifact Arena</dc:creator>
  <cp:lastModifiedBy>NodeSlide Artifact Arena</cp:lastModifiedBy>
  <cp:revision>1</cp:revision>
  <dcterms:created xsi:type="dcterms:W3CDTF">2026-07-22T03:31:32Z</dcterms:created>
  <dcterms:modified xsi:type="dcterms:W3CDTF">2026-07-22T03:31:32Z</dcterms:modified>
</cp:coreProperties>
</file>