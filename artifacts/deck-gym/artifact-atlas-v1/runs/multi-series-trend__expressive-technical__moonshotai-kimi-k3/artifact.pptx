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Index Jan–Jun: Rapid Bus, Local Bus, Rail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 by June, reaching 67 while rapid bus hit 91 and rail hit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in June versus 91 for rapid bus and 82 for rail.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Ridership Index Jan–Jun: Rapid Bus, Local Bus, Rail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2026-07-22T03:33:21Z</dcterms:created>
  <dcterms:modified xsi:type="dcterms:W3CDTF">2026-07-22T03:33:21Z</dcterms:modified>
</cp:coreProperties>
</file>