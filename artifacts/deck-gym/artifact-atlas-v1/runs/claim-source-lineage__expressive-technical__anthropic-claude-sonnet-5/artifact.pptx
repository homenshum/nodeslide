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Claim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'human acceptance at 52 seconds' traces directly to journey-receipt; the unsupported 'zero errors' claim is rejected on a separate branch.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left to right: source record → extracted fact → bounded claim → slide element → exported receipt, with the rejected branch shown apart from the validated path.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Lineage: Human Acceptance Claim</dc:title>
  <dc:subject>claim-source-lineage benchmark candidate</dc:subject>
  <dc:creator>NodeSlide Artifact Arena</dc:creator>
  <cp:lastModifiedBy>NodeSlide Artifact Arena</cp:lastModifiedBy>
  <cp:revision>1</cp:revision>
  <dcterms:created xsi:type="dcterms:W3CDTF">2026-07-22T03:38:46Z</dcterms:created>
  <dcterms:modified xsi:type="dcterms:W3CDTF">2026-07-22T03:38:46Z</dcterms:modified>
</cp:coreProperties>
</file>