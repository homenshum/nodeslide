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Timing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of 52-second human acceptance is directly traced to the journey receipt, while the 'zero errors' claim is rejected due to lack of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BF8F2"/>
          </a:solidFill>
          <a:ln w="6350">
            <a:solidFill>
              <a:srgbClr val="A63B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lineage from source record to slide element.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 Lineage: Human Acceptance Timing</dc:title>
  <dc:subject>claim-source-lineage benchmark candidate</dc:subject>
  <dc:creator>NodeSlide Artifact Arena</dc:creator>
  <cp:lastModifiedBy>NodeSlide Artifact Arena</cp:lastModifiedBy>
  <cp:revision>1</cp:revision>
  <dcterms:created xsi:type="dcterms:W3CDTF">2026-07-22T03:38:45Z</dcterms:created>
  <dcterms:modified xsi:type="dcterms:W3CDTF">2026-07-22T03:38:45Z</dcterms:modified>
</cp:coreProperties>
</file>