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Lifecycle: Submission to Receipt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precedes review, acceptance precedes commit, and the adapter returns a versioned receipt.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Lifelines trace one bounded request from submission through validation, human review, and committed receipt, with the failed-validation path shown returning separately.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Request Lifecycle: Submission to Receipt</dc:title>
  <dc:subject>sequence-diagram benchmark candidate</dc:subject>
  <dc:creator>NodeSlide Artifact Arena</dc:creator>
  <cp:lastModifiedBy>NodeSlide Artifact Arena</cp:lastModifiedBy>
  <cp:revision>1</cp:revision>
  <dcterms:created xsi:type="dcterms:W3CDTF">2026-07-22T03:35:32Z</dcterms:created>
  <dcterms:modified xsi:type="dcterms:W3CDTF">2026-07-22T03:35:32Z</dcterms:modified>
</cp:coreProperties>
</file>