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Caseflow Adapter: Contract Meets Measured Runtime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TypeScript contract returns a Receipt on commit, and the Convex adapter measured p50 38 milliseconds and p95 92 milliseconds.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Convex adapter run; receipt payload 1160 bytes. Latency is measured, not zero, and not production-proven.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Caseflow Adapter: Contract Meets Measured Runtime</dc:title>
  <dc:subject>code-runtime-proof benchmark candidate</dc:subject>
  <dc:creator>NodeSlide Artifact Arena</dc:creator>
  <cp:lastModifiedBy>NodeSlide Artifact Arena</cp:lastModifiedBy>
  <cp:revision>1</cp:revision>
  <dcterms:created xsi:type="dcterms:W3CDTF">2026-07-22T03:40:27Z</dcterms:created>
  <dcterms:modified xsi:type="dcterms:W3CDTF">2026-07-22T03:40:27Z</dcterms:modified>
</cp:coreProperties>
</file>