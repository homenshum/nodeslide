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the adaptive quality score and C is the cost in USD, taken from the adaptive retrieval result.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Measure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2026-07-22T03:39:12Z</dcterms:created>
  <dcterms:modified xsi:type="dcterms:W3CDTF">2026-07-22T03:39:12Z</dcterms:modified>
</cp:coreProperties>
</file>