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commit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portable protocol boundary and backend-specific responsibilities immediately inspectable.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adapter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before commit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2026-07-22T03:34:37Z</dcterms:created>
  <dcterms:modified xsi:type="dcterms:W3CDTF">2026-07-22T03:34:37Z</dcterms:modified>
</cp:coreProperties>
</file>