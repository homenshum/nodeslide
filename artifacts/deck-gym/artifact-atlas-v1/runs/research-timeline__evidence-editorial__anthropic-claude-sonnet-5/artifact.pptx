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Approved Update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milestones spaced by elapsed days show a deliberate path from framing to approval, with blind review as the gate before harness update.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 is time-proportional; the review gate is emphasized to show it precedes approval, not follows 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Timeline: Question to Approved Update</dc:title>
  <dc:subject>timeline benchmark candidate</dc:subject>
  <dc:creator>NodeSlide Artifact Arena</dc:creator>
  <cp:lastModifiedBy>NodeSlide Artifact Arena</cp:lastModifiedBy>
  <cp:revision>1</cp:revision>
  <dcterms:created xsi:type="dcterms:W3CDTF">2026-07-22T03:36:19Z</dcterms:created>
  <dcterms:modified xsi:type="dcterms:W3CDTF">2026-07-22T03:36:19Z</dcterms:modified>
</cp:coreProperties>
</file>