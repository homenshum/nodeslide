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Recovers Fastest; Local Bus Trails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June, rapid bus and rail outpaced local bus, which recovered least across the six months.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rose from 61 to 67, the smallest gain of the three series.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Bus Recovers Fastest; Local Bus Trails</dc:title>
  <dc:subject>multi-series-chart benchmark candidate</dc:subject>
  <dc:creator>NodeSlide Artifact Arena</dc:creator>
  <cp:lastModifiedBy>NodeSlide Artifact Arena</cp:lastModifiedBy>
  <cp:revision>1</cp:revision>
  <dcterms:created xsi:type="dcterms:W3CDTF">2026-07-22T03:33:21Z</dcterms:created>
  <dcterms:modified xsi:type="dcterms:W3CDTF">2026-07-22T03:33:21Z</dcterms:modified>
</cp:coreProperties>
</file>