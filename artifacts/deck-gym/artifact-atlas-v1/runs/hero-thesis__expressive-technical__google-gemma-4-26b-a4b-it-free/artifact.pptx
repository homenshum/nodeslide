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workflow: 52s to human acceptance, 58s to PowerPoint export.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Presentation Automation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2026-07-22T03:32:00Z</dcterms:created>
  <dcterms:modified xsi:type="dcterms:W3CDTF">2026-07-22T03:32:00Z</dcterms:modified>
</cp:coreProperties>
</file>