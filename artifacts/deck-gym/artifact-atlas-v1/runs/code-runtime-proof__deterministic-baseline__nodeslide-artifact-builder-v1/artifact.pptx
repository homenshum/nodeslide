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returns Proposal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a small API contract with measured runtime behavior so code and evidence reinforce each other.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DCE8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287A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287A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287A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returns Receipt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returns Proposal</dc:title>
  <dc:subject>code-runtime-proof benchmark candidate</dc:subject>
  <dc:creator>NodeSlide Artifact Arena</dc:creator>
  <cp:lastModifiedBy>NodeSlide Artifact Arena</cp:lastModifiedBy>
  <cp:revision>1</cp:revision>
  <dcterms:created xsi:type="dcterms:W3CDTF">2026-07-22T03:40:01Z</dcterms:created>
  <dcterms:modified xsi:type="dcterms:W3CDTF">2026-07-22T03:40:01Z</dcterms:modified>
</cp:coreProperties>
</file>