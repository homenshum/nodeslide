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Recovery Diverges Across Modes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reaching 67 by June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ends at 67, the lowest June recovery across the three modes.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Ridership Recovery Diverges Across Modes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2026-07-22T03:32:54Z</dcterms:created>
  <dcterms:modified xsi:type="dcterms:W3CDTF">2026-07-22T03:32:54Z</dcterms:modified>
</cp:coreProperties>
</file>