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 DIAGRAM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Lifecycle &amp; Validation Boundaries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acts as a gatekeeper between the planning model and human review/adapter commit.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sequence-events · Gemma 4 26B Free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14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</a:t>
            </a:r>
            <a:endParaRPr lang="en-US" sz="1024" dirty="0"/>
          </a:p>
        </p:txBody>
      </p:sp>
      <p:sp>
        <p:nvSpPr>
          <p:cNvPr id="10" name="Shape 8"/>
          <p:cNvSpPr/>
          <p:nvPr/>
        </p:nvSpPr>
        <p:spPr>
          <a:xfrm>
            <a:off x="1638300" y="2316480"/>
            <a:ext cx="0" cy="2941320"/>
          </a:xfrm>
          <a:prstGeom prst="line">
            <a:avLst/>
          </a:prstGeom>
          <a:noFill/>
          <a:ln w="12700">
            <a:solidFill>
              <a:srgbClr val="677169"/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3200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</a:t>
            </a:r>
            <a:endParaRPr lang="en-US" sz="1024" dirty="0"/>
          </a:p>
        </p:txBody>
      </p:sp>
      <p:sp>
        <p:nvSpPr>
          <p:cNvPr id="13" name="Shape 11"/>
          <p:cNvSpPr/>
          <p:nvPr/>
        </p:nvSpPr>
        <p:spPr>
          <a:xfrm>
            <a:off x="3924300" y="2316480"/>
            <a:ext cx="0" cy="2941320"/>
          </a:xfrm>
          <a:prstGeom prst="line">
            <a:avLst/>
          </a:prstGeom>
          <a:noFill/>
          <a:ln w="12700">
            <a:solidFill>
              <a:srgbClr val="677169"/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5486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Planning model</a:t>
            </a:r>
            <a:endParaRPr lang="en-US" sz="1024" dirty="0"/>
          </a:p>
        </p:txBody>
      </p:sp>
      <p:sp>
        <p:nvSpPr>
          <p:cNvPr id="16" name="Shape 14"/>
          <p:cNvSpPr/>
          <p:nvPr/>
        </p:nvSpPr>
        <p:spPr>
          <a:xfrm>
            <a:off x="6210300" y="2316480"/>
            <a:ext cx="0" cy="2941320"/>
          </a:xfrm>
          <a:prstGeom prst="line">
            <a:avLst/>
          </a:prstGeom>
          <a:noFill/>
          <a:ln w="12700">
            <a:solidFill>
              <a:srgbClr val="677169"/>
            </a:solidFill>
            <a:prstDash val="solid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7772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Validator</a:t>
            </a:r>
            <a:endParaRPr lang="en-US" sz="1024" dirty="0"/>
          </a:p>
        </p:txBody>
      </p:sp>
      <p:sp>
        <p:nvSpPr>
          <p:cNvPr id="19" name="Shape 17"/>
          <p:cNvSpPr/>
          <p:nvPr/>
        </p:nvSpPr>
        <p:spPr>
          <a:xfrm>
            <a:off x="8496300" y="2316480"/>
            <a:ext cx="0" cy="2941320"/>
          </a:xfrm>
          <a:prstGeom prst="line">
            <a:avLst/>
          </a:prstGeom>
          <a:noFill/>
          <a:ln w="12700">
            <a:solidFill>
              <a:srgbClr val="677169"/>
            </a:solidFill>
            <a:prstDash val="solid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10058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49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Adapter</a:t>
            </a:r>
            <a:endParaRPr lang="en-US" sz="1024" dirty="0"/>
          </a:p>
        </p:txBody>
      </p:sp>
      <p:sp>
        <p:nvSpPr>
          <p:cNvPr id="22" name="Shape 20"/>
          <p:cNvSpPr/>
          <p:nvPr/>
        </p:nvSpPr>
        <p:spPr>
          <a:xfrm>
            <a:off x="10782300" y="2316480"/>
            <a:ext cx="0" cy="2941320"/>
          </a:xfrm>
          <a:prstGeom prst="line">
            <a:avLst/>
          </a:prstGeom>
          <a:noFill/>
          <a:ln w="12700">
            <a:solidFill>
              <a:srgbClr val="677169"/>
            </a:solidFill>
            <a:prstDash val="solid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1638300" y="2667000"/>
            <a:ext cx="2286000" cy="0"/>
          </a:xfrm>
          <a:prstGeom prst="line">
            <a:avLst/>
          </a:prstGeom>
          <a:noFill/>
          <a:ln w="1905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1729740" y="2468880"/>
            <a:ext cx="2103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 brief</a:t>
            </a:r>
            <a:endParaRPr lang="en-US" sz="832" dirty="0"/>
          </a:p>
        </p:txBody>
      </p:sp>
      <p:sp>
        <p:nvSpPr>
          <p:cNvPr id="25" name="Shape 23"/>
          <p:cNvSpPr/>
          <p:nvPr/>
        </p:nvSpPr>
        <p:spPr>
          <a:xfrm>
            <a:off x="3924300" y="3124200"/>
            <a:ext cx="2286000" cy="0"/>
          </a:xfrm>
          <a:prstGeom prst="line">
            <a:avLst/>
          </a:prstGeom>
          <a:noFill/>
          <a:ln w="1905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4015740" y="2926080"/>
            <a:ext cx="2103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bounded context</a:t>
            </a:r>
            <a:endParaRPr lang="en-US" sz="832" dirty="0"/>
          </a:p>
        </p:txBody>
      </p:sp>
      <p:sp>
        <p:nvSpPr>
          <p:cNvPr id="27" name="Shape 25"/>
          <p:cNvSpPr/>
          <p:nvPr/>
        </p:nvSpPr>
        <p:spPr>
          <a:xfrm>
            <a:off x="6210300" y="3581400"/>
            <a:ext cx="2286000" cy="0"/>
          </a:xfrm>
          <a:prstGeom prst="line">
            <a:avLst/>
          </a:prstGeom>
          <a:noFill/>
          <a:ln w="19050">
            <a:solidFill>
              <a:srgbClr val="2B7A78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6301740" y="3383280"/>
            <a:ext cx="2103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2B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typed plan</a:t>
            </a:r>
            <a:endParaRPr lang="en-US" sz="832" dirty="0"/>
          </a:p>
        </p:txBody>
      </p:sp>
      <p:sp>
        <p:nvSpPr>
          <p:cNvPr id="29" name="Shape 27"/>
          <p:cNvSpPr/>
          <p:nvPr/>
        </p:nvSpPr>
        <p:spPr>
          <a:xfrm>
            <a:off x="8496300" y="4038600"/>
            <a:ext cx="-4572000" cy="0"/>
          </a:xfrm>
          <a:prstGeom prst="line">
            <a:avLst/>
          </a:prstGeom>
          <a:noFill/>
          <a:ln w="19050">
            <a:solidFill>
              <a:srgbClr val="A63B32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4015740" y="3840480"/>
            <a:ext cx="4389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A63B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issues / review</a:t>
            </a:r>
            <a:endParaRPr lang="en-US" sz="832" dirty="0"/>
          </a:p>
        </p:txBody>
      </p:sp>
      <p:sp>
        <p:nvSpPr>
          <p:cNvPr id="31" name="Shape 29"/>
          <p:cNvSpPr/>
          <p:nvPr/>
        </p:nvSpPr>
        <p:spPr>
          <a:xfrm>
            <a:off x="3924300" y="4572000"/>
            <a:ext cx="6858000" cy="0"/>
          </a:xfrm>
          <a:prstGeom prst="line">
            <a:avLst/>
          </a:prstGeom>
          <a:noFill/>
          <a:ln w="1905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4015740" y="4373880"/>
            <a:ext cx="6675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commit</a:t>
            </a:r>
            <a:endParaRPr lang="en-US" sz="832" dirty="0"/>
          </a:p>
        </p:txBody>
      </p:sp>
      <p:sp>
        <p:nvSpPr>
          <p:cNvPr id="33" name="Shape 31"/>
          <p:cNvSpPr/>
          <p:nvPr/>
        </p:nvSpPr>
        <p:spPr>
          <a:xfrm>
            <a:off x="10782300" y="5029200"/>
            <a:ext cx="-9144000" cy="0"/>
          </a:xfrm>
          <a:prstGeom prst="line">
            <a:avLst/>
          </a:prstGeom>
          <a:noFill/>
          <a:ln w="19050">
            <a:solidFill>
              <a:srgbClr val="2B7A78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1729740" y="4831080"/>
            <a:ext cx="8961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2B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versioned receipt</a:t>
            </a:r>
            <a:endParaRPr lang="en-US" sz="832" dirty="0"/>
          </a:p>
        </p:txBody>
      </p:sp>
      <p:sp>
        <p:nvSpPr>
          <p:cNvPr id="35" name="Text 33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validation precedes review · acceptance precedes commit · adapter returns receipt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 illustrates the flow from submission to receipt, highlighting the validation failure path.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Request Lifecycle &amp; Validation Boundaries</dc:title>
  <dc:subject>sequence-diagram benchmark candidate</dc:subject>
  <dc:creator>NodeSlide Artifact Arena</dc:creator>
  <cp:lastModifiedBy>NodeSlide Artifact Arena</cp:lastModifiedBy>
  <cp:revision>1</cp:revision>
  <dcterms:created xsi:type="dcterms:W3CDTF">2026-07-22T03:35:34Z</dcterms:created>
  <dcterms:modified xsi:type="dcterms:W3CDTF">2026-07-22T03:35:34Z</dcterms:modified>
</cp:coreProperties>
</file>