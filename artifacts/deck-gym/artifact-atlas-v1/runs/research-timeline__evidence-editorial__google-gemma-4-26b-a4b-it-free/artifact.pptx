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Progression to Decision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research lifecycle moves from question definition to approved harness updates through a structured review process.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research-dates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90600" y="3581400"/>
            <a:ext cx="10058400" cy="0"/>
          </a:xfrm>
          <a:prstGeom prst="line">
            <a:avLst/>
          </a:prstGeom>
          <a:noFill/>
          <a:ln w="76200">
            <a:solidFill>
              <a:srgbClr val="E2DDD3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48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</a:t>
            </a:r>
            <a:endParaRPr lang="en-US" sz="1088" dirty="0"/>
          </a:p>
        </p:txBody>
      </p:sp>
      <p:sp>
        <p:nvSpPr>
          <p:cNvPr id="11" name="Text 9"/>
          <p:cNvSpPr/>
          <p:nvPr/>
        </p:nvSpPr>
        <p:spPr>
          <a:xfrm>
            <a:off x="228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frozen</a:t>
            </a:r>
            <a:endParaRPr lang="en-US" sz="1088" dirty="0"/>
          </a:p>
        </p:txBody>
      </p:sp>
      <p:sp>
        <p:nvSpPr>
          <p:cNvPr id="12" name="Shape 10"/>
          <p:cNvSpPr/>
          <p:nvPr/>
        </p:nvSpPr>
        <p:spPr>
          <a:xfrm>
            <a:off x="34213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9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3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2705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collected</a:t>
            </a:r>
            <a:endParaRPr lang="en-US" sz="1088" dirty="0"/>
          </a:p>
        </p:txBody>
      </p:sp>
      <p:sp>
        <p:nvSpPr>
          <p:cNvPr id="15" name="Shape 13"/>
          <p:cNvSpPr/>
          <p:nvPr/>
        </p:nvSpPr>
        <p:spPr>
          <a:xfrm>
            <a:off x="58978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6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5181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 generated</a:t>
            </a:r>
            <a:endParaRPr lang="en-US" sz="1088" dirty="0"/>
          </a:p>
        </p:txBody>
      </p:sp>
      <p:sp>
        <p:nvSpPr>
          <p:cNvPr id="18" name="Shape 16"/>
          <p:cNvSpPr/>
          <p:nvPr/>
        </p:nvSpPr>
        <p:spPr>
          <a:xfrm>
            <a:off x="8313420" y="3398520"/>
            <a:ext cx="365760" cy="365760"/>
          </a:xfrm>
          <a:prstGeom prst="ellipse">
            <a:avLst/>
          </a:prstGeom>
          <a:solidFill>
            <a:srgbClr val="C4553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62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9</a:t>
            </a:r>
            <a:endParaRPr lang="en-US" sz="1088" dirty="0"/>
          </a:p>
        </p:txBody>
      </p:sp>
      <p:sp>
        <p:nvSpPr>
          <p:cNvPr id="20" name="Text 18"/>
          <p:cNvSpPr/>
          <p:nvPr/>
        </p:nvSpPr>
        <p:spPr>
          <a:xfrm>
            <a:off x="7658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review</a:t>
            </a:r>
            <a:endParaRPr lang="en-US" sz="1088" dirty="0"/>
          </a:p>
        </p:txBody>
      </p:sp>
      <p:sp>
        <p:nvSpPr>
          <p:cNvPr id="21" name="Shape 19"/>
          <p:cNvSpPr/>
          <p:nvPr/>
        </p:nvSpPr>
        <p:spPr>
          <a:xfrm>
            <a:off x="108508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39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11</a:t>
            </a:r>
            <a:endParaRPr lang="en-US" sz="1088" dirty="0"/>
          </a:p>
        </p:txBody>
      </p:sp>
      <p:sp>
        <p:nvSpPr>
          <p:cNvPr id="23" name="Text 21"/>
          <p:cNvSpPr/>
          <p:nvPr/>
        </p:nvSpPr>
        <p:spPr>
          <a:xfrm>
            <a:off x="10134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approved</a:t>
            </a:r>
            <a:endParaRPr lang="en-US" sz="1088" dirty="0"/>
          </a:p>
        </p:txBody>
      </p:sp>
      <p:sp>
        <p:nvSpPr>
          <p:cNvPr id="24" name="Text 22"/>
          <p:cNvSpPr/>
          <p:nvPr/>
        </p:nvSpPr>
        <p:spPr>
          <a:xfrm>
            <a:off x="8191500" y="2057400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is the gate—not generation.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question frozen July 1 · blind review completed July 9 · update approved July 11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 spacing reflects actual elapsed days between milestones.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Progression to Decision</dc:title>
  <dc:subject>timeline benchmark candidate</dc:subject>
  <dc:creator>NodeSlide Artifact Arena</dc:creator>
  <cp:lastModifiedBy>NodeSlide Artifact Arena</cp:lastModifiedBy>
  <cp:revision>1</cp:revision>
  <dcterms:created xsi:type="dcterms:W3CDTF">2026-07-22T03:36:23Z</dcterms:created>
  <dcterms:modified xsi:type="dcterms:W3CDTF">2026-07-22T03:36:23Z</dcterms:modified>
</cp:coreProperties>
</file>