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0E7"/>
          </a:solidFill>
          <a:ln w="6350">
            <a:solidFill>
              <a:srgbClr val="F5F0E7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792480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C455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SCREENSHOT CALLOUTS</a:t>
            </a:r>
            <a:endParaRPr lang="en-US" sz="1152" dirty="0"/>
          </a:p>
        </p:txBody>
      </p:sp>
      <p:sp>
        <p:nvSpPr>
          <p:cNvPr id="4" name="Text 2"/>
          <p:cNvSpPr/>
          <p:nvPr/>
        </p:nvSpPr>
        <p:spPr>
          <a:xfrm>
            <a:off x="548640" y="746760"/>
            <a:ext cx="97536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816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Reviewable Generation Workflow</a:t>
            </a:r>
            <a:endParaRPr lang="en-US" sz="2816" dirty="0"/>
          </a:p>
        </p:txBody>
      </p:sp>
      <p:sp>
        <p:nvSpPr>
          <p:cNvPr id="5" name="Text 3"/>
          <p:cNvSpPr/>
          <p:nvPr/>
        </p:nvSpPr>
        <p:spPr>
          <a:xfrm>
            <a:off x="548640" y="6019800"/>
            <a:ext cx="8001000" cy="25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workflow integrates model selection, validation status, and trace inspection for verifiable output.</a:t>
            </a:r>
            <a:endParaRPr lang="en-US" sz="1152" dirty="0"/>
          </a:p>
        </p:txBody>
      </p:sp>
      <p:sp>
        <p:nvSpPr>
          <p:cNvPr id="6" name="Text 4"/>
          <p:cNvSpPr/>
          <p:nvPr/>
        </p:nvSpPr>
        <p:spPr>
          <a:xfrm>
            <a:off x="548640" y="6416040"/>
            <a:ext cx="838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SOURCE · screenshot-absence · Gemma 4 26B Free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0896600" y="641604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ATLAS 01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914400" y="1752600"/>
            <a:ext cx="8077200" cy="3810000"/>
          </a:xfrm>
          <a:prstGeom prst="roundRect">
            <a:avLst>
              <a:gd name="adj" fmla="val 1920"/>
            </a:avLst>
          </a:prstGeom>
          <a:solidFill>
            <a:srgbClr val="FBF8F2"/>
          </a:solidFill>
          <a:ln w="6350">
            <a:solidFill>
              <a:srgbClr val="E2DDD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43000" y="1981200"/>
            <a:ext cx="7620000" cy="3352800"/>
          </a:xfrm>
          <a:prstGeom prst="roundRect">
            <a:avLst>
              <a:gd name="adj" fmla="val 2182"/>
            </a:avLst>
          </a:prstGeom>
          <a:solidFill>
            <a:srgbClr val="E2DDD3"/>
          </a:solidFill>
          <a:ln w="6350">
            <a:solidFill>
              <a:srgbClr val="6771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362200" y="3276600"/>
            <a:ext cx="518160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REPLACE WITH VERIFIED PRODUCT SCREENSHOT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71800" y="3749040"/>
            <a:ext cx="396240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24" dirty="0">
                <a:solidFill>
                  <a:srgbClr val="6771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bitmap was supplied to this fixture</a:t>
            </a:r>
            <a:endParaRPr lang="en-US" sz="1024" dirty="0"/>
          </a:p>
        </p:txBody>
      </p:sp>
      <p:sp>
        <p:nvSpPr>
          <p:cNvPr id="12" name="Shape 10"/>
          <p:cNvSpPr/>
          <p:nvPr/>
        </p:nvSpPr>
        <p:spPr>
          <a:xfrm>
            <a:off x="9311640" y="19964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87840" y="20878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1</a:t>
            </a:r>
            <a:endParaRPr lang="en-US" sz="1152" dirty="0"/>
          </a:p>
        </p:txBody>
      </p:sp>
      <p:sp>
        <p:nvSpPr>
          <p:cNvPr id="14" name="Text 12"/>
          <p:cNvSpPr/>
          <p:nvPr/>
        </p:nvSpPr>
        <p:spPr>
          <a:xfrm>
            <a:off x="9860280" y="20726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selection</a:t>
            </a:r>
            <a:endParaRPr lang="en-US" sz="1152" dirty="0"/>
          </a:p>
        </p:txBody>
      </p:sp>
      <p:sp>
        <p:nvSpPr>
          <p:cNvPr id="15" name="Shape 13"/>
          <p:cNvSpPr/>
          <p:nvPr/>
        </p:nvSpPr>
        <p:spPr>
          <a:xfrm>
            <a:off x="9311640" y="2209800"/>
            <a:ext cx="-7010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9768840" y="31775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45040" y="32689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2</a:t>
            </a:r>
            <a:endParaRPr lang="en-US" sz="1152" dirty="0"/>
          </a:p>
        </p:txBody>
      </p:sp>
      <p:sp>
        <p:nvSpPr>
          <p:cNvPr id="18" name="Text 16"/>
          <p:cNvSpPr/>
          <p:nvPr/>
        </p:nvSpPr>
        <p:spPr>
          <a:xfrm>
            <a:off x="10317480" y="32537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status</a:t>
            </a:r>
            <a:endParaRPr lang="en-US" sz="1152" dirty="0"/>
          </a:p>
        </p:txBody>
      </p:sp>
      <p:sp>
        <p:nvSpPr>
          <p:cNvPr id="19" name="Shape 17"/>
          <p:cNvSpPr/>
          <p:nvPr/>
        </p:nvSpPr>
        <p:spPr>
          <a:xfrm>
            <a:off x="9768840" y="3390900"/>
            <a:ext cx="-11582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0" name="Shape 18"/>
          <p:cNvSpPr/>
          <p:nvPr/>
        </p:nvSpPr>
        <p:spPr>
          <a:xfrm>
            <a:off x="9083040" y="4434840"/>
            <a:ext cx="426720" cy="426720"/>
          </a:xfrm>
          <a:prstGeom prst="ellipse">
            <a:avLst/>
          </a:prstGeom>
          <a:solidFill>
            <a:srgbClr val="C45538"/>
          </a:solidFill>
          <a:ln w="25400">
            <a:solidFill>
              <a:srgbClr val="F5F0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59240" y="4526280"/>
            <a:ext cx="274320" cy="243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52" b="1" dirty="0">
                <a:solidFill>
                  <a:srgbClr val="F5F0E7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3</a:t>
            </a:r>
            <a:endParaRPr lang="en-US" sz="1152" dirty="0"/>
          </a:p>
        </p:txBody>
      </p:sp>
      <p:sp>
        <p:nvSpPr>
          <p:cNvPr id="22" name="Text 20"/>
          <p:cNvSpPr/>
          <p:nvPr/>
        </p:nvSpPr>
        <p:spPr>
          <a:xfrm>
            <a:off x="9631680" y="4511040"/>
            <a:ext cx="1752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2" b="1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receipt</a:t>
            </a:r>
            <a:endParaRPr lang="en-US" sz="1152" dirty="0"/>
          </a:p>
        </p:txBody>
      </p:sp>
      <p:sp>
        <p:nvSpPr>
          <p:cNvPr id="23" name="Shape 21"/>
          <p:cNvSpPr/>
          <p:nvPr/>
        </p:nvSpPr>
        <p:spPr>
          <a:xfrm>
            <a:off x="9083040" y="4648200"/>
            <a:ext cx="-472440" cy="0"/>
          </a:xfrm>
          <a:prstGeom prst="line">
            <a:avLst/>
          </a:prstGeom>
          <a:noFill/>
          <a:ln w="12700">
            <a:solidFill>
              <a:srgbClr val="C45538"/>
            </a:solidFill>
            <a:prstDash val="solid"/>
            <a:tailEnd type="none"/>
          </a:ln>
        </p:spPr>
      </p:sp>
      <p:sp>
        <p:nvSpPr>
          <p:cNvPr id="24" name="Text 22"/>
          <p:cNvSpPr/>
          <p:nvPr/>
        </p:nvSpPr>
        <p:spPr>
          <a:xfrm>
            <a:off x="548640" y="5699760"/>
            <a:ext cx="11033760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77169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VERIFIED EVIDENCE · model selection is visible · validation status is visible · trace inspection is available · screenshot replacement required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8458200" y="5257800"/>
            <a:ext cx="3124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17241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Callouts map to verified product surfaces within the editor interface.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NodeSlide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Reviewable Generation Workflow</dc:title>
  <dc:subject>screenshot-callouts benchmark candidate</dc:subject>
  <dc:creator>NodeSlide Artifact Arena</dc:creator>
  <cp:lastModifiedBy>NodeSlide Artifact Arena</cp:lastModifiedBy>
  <cp:revision>1</cp:revision>
  <dcterms:created xsi:type="dcterms:W3CDTF">2026-07-22T03:42:36Z</dcterms:created>
  <dcterms:modified xsi:type="dcterms:W3CDTF">2026-07-22T03:42:36Z</dcterms:modified>
</cp:coreProperties>
</file>