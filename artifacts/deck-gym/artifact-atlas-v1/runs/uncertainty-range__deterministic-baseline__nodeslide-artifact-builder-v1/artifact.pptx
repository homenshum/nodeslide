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a forecast and its uncertainty honestly instead of presenting one modeled value as certain.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1724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 is 9.0 to 13.8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 forecast reaches 11.4</dc:title>
  <dc:subject>uncertainty-range benchmark candidate</dc:subject>
  <dc:creator>NodeSlide Artifact Arena</dc:creator>
  <cp:lastModifiedBy>NodeSlide Artifact Arena</cp:lastModifiedBy>
  <cp:revision>1</cp:revision>
  <dcterms:created xsi:type="dcterms:W3CDTF">2026-07-22T03:33:47Z</dcterms:created>
  <dcterms:modified xsi:type="dcterms:W3CDTF">2026-07-22T03:33:47Z</dcterms:modified>
</cp:coreProperties>
</file>