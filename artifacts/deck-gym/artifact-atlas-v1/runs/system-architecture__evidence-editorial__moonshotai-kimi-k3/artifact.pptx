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&amp; Adapter Boundary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calls flow through a portable protocol and validation engine before commit, with memory, Convex, and Postgres adapters implementing persistence behind a distinct adapter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Portable runtime contract (architecture-contract). Validation runs before commit; three named adapters sit behind the adapter boundary.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Protocol &amp; Adapter Boundary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2026-07-22T03:34:40Z</dcterms:created>
  <dcterms:modified xsi:type="dcterms:W3CDTF">2026-07-22T03:34:40Z</dcterms:modified>
</cp:coreProperties>
</file>