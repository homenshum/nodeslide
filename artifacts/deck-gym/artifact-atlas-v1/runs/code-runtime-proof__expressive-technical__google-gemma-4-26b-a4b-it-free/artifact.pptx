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RUNTIME PROOF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 Performance Validation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latency for Convex adapter implementation.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adapter-interface · adapter-benchmark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828800"/>
            <a:ext cx="7086600" cy="3581400"/>
          </a:xfrm>
          <a:prstGeom prst="roundRect">
            <a:avLst>
              <a:gd name="adj" fmla="val 2043"/>
            </a:avLst>
          </a:prstGeom>
          <a:solidFill>
            <a:srgbClr val="10151C"/>
          </a:solidFill>
          <a:ln w="6350">
            <a:solidFill>
              <a:srgbClr val="2530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77200" y="1981200"/>
            <a:ext cx="0" cy="327660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028700" y="220980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B6E36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interface CaseflowAdapter {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028700" y="268224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stage(input): Promise&lt;Proposal&gt;;</a:t>
            </a:r>
            <a:endParaRPr lang="en-US" sz="1344" dirty="0"/>
          </a:p>
        </p:txBody>
      </p:sp>
      <p:sp>
        <p:nvSpPr>
          <p:cNvPr id="12" name="Text 10"/>
          <p:cNvSpPr/>
          <p:nvPr/>
        </p:nvSpPr>
        <p:spPr>
          <a:xfrm>
            <a:off x="1028700" y="315468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commit(input): Promise&lt;Receipt&gt;;</a:t>
            </a:r>
            <a:endParaRPr lang="en-US" sz="1344" dirty="0"/>
          </a:p>
        </p:txBody>
      </p:sp>
      <p:sp>
        <p:nvSpPr>
          <p:cNvPr id="13" name="Text 11"/>
          <p:cNvSpPr/>
          <p:nvPr/>
        </p:nvSpPr>
        <p:spPr>
          <a:xfrm>
            <a:off x="1028700" y="362712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restore(versionId): Promise&lt;Receipt&gt;;</a:t>
            </a:r>
            <a:endParaRPr lang="en-US" sz="1344" dirty="0"/>
          </a:p>
        </p:txBody>
      </p:sp>
      <p:sp>
        <p:nvSpPr>
          <p:cNvPr id="14" name="Text 12"/>
          <p:cNvSpPr/>
          <p:nvPr/>
        </p:nvSpPr>
        <p:spPr>
          <a:xfrm>
            <a:off x="1028700" y="409956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B6E36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344" dirty="0"/>
          </a:p>
        </p:txBody>
      </p:sp>
      <p:sp>
        <p:nvSpPr>
          <p:cNvPr id="15" name="Text 13"/>
          <p:cNvSpPr/>
          <p:nvPr/>
        </p:nvSpPr>
        <p:spPr>
          <a:xfrm>
            <a:off x="8458200" y="20955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38 ms</a:t>
            </a:r>
            <a:endParaRPr lang="en-US" sz="2880" dirty="0"/>
          </a:p>
        </p:txBody>
      </p:sp>
      <p:sp>
        <p:nvSpPr>
          <p:cNvPr id="16" name="Text 14"/>
          <p:cNvSpPr/>
          <p:nvPr/>
        </p:nvSpPr>
        <p:spPr>
          <a:xfrm>
            <a:off x="8458200" y="26136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p50 latency</a:t>
            </a:r>
            <a:endParaRPr lang="en-US" sz="1024" dirty="0"/>
          </a:p>
        </p:txBody>
      </p:sp>
      <p:sp>
        <p:nvSpPr>
          <p:cNvPr id="17" name="Text 15"/>
          <p:cNvSpPr/>
          <p:nvPr/>
        </p:nvSpPr>
        <p:spPr>
          <a:xfrm>
            <a:off x="8458200" y="3200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B6E36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92 ms</a:t>
            </a:r>
            <a:endParaRPr lang="en-US" sz="2880" dirty="0"/>
          </a:p>
        </p:txBody>
      </p:sp>
      <p:sp>
        <p:nvSpPr>
          <p:cNvPr id="18" name="Text 16"/>
          <p:cNvSpPr/>
          <p:nvPr/>
        </p:nvSpPr>
        <p:spPr>
          <a:xfrm>
            <a:off x="8458200" y="37185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p95 latency</a:t>
            </a:r>
            <a:endParaRPr lang="en-US" sz="1024" dirty="0"/>
          </a:p>
        </p:txBody>
      </p:sp>
      <p:sp>
        <p:nvSpPr>
          <p:cNvPr id="19" name="Text 17"/>
          <p:cNvSpPr/>
          <p:nvPr/>
        </p:nvSpPr>
        <p:spPr>
          <a:xfrm>
            <a:off x="8458200" y="43053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1,160 B</a:t>
            </a:r>
            <a:endParaRPr lang="en-US" sz="2880" dirty="0"/>
          </a:p>
        </p:txBody>
      </p:sp>
      <p:sp>
        <p:nvSpPr>
          <p:cNvPr id="20" name="Text 18"/>
          <p:cNvSpPr/>
          <p:nvPr/>
        </p:nvSpPr>
        <p:spPr>
          <a:xfrm>
            <a:off x="8458200" y="48234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 size</a:t>
            </a:r>
            <a:endParaRPr lang="en-US" sz="1024" dirty="0"/>
          </a:p>
        </p:txBody>
      </p:sp>
      <p:sp>
        <p:nvSpPr>
          <p:cNvPr id="21" name="Text 19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stage returns Proposal · commit returns Receipt · p50 38 milliseconds · p95 92 milliseconds · receipt 1160 bytes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metrics based on benchmark results.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Adapter Performance Validation</dc:title>
  <dc:subject>code-runtime-proof benchmark candidate</dc:subject>
  <dc:creator>NodeSlide Artifact Arena</dc:creator>
  <cp:lastModifiedBy>NodeSlide Artifact Arena</cp:lastModifiedBy>
  <cp:revision>1</cp:revision>
  <dcterms:created xsi:type="dcterms:W3CDTF">2026-07-22T03:40:29Z</dcterms:created>
  <dcterms:modified xsi:type="dcterms:W3CDTF">2026-07-22T03:40:29Z</dcterms:modified>
</cp:coreProperties>
</file>