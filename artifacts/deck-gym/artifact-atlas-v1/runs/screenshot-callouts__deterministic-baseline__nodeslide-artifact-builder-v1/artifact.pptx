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 is visible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visible product controls to the claimed reviewable-generation workflow without fabricating UI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DCE8EB"/>
          </a:solidFill>
          <a:ln w="6350">
            <a:solidFill>
              <a:srgbClr val="647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3F6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287A8D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3F6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287A8D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3F6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287A8D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 is visible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selection is visible</dc:title>
  <dc:subject>screenshot-callouts benchmark candidate</dc:subject>
  <dc:creator>NodeSlide Artifact Arena</dc:creator>
  <cp:lastModifiedBy>NodeSlide Artifact Arena</cp:lastModifiedBy>
  <cp:revision>1</cp:revision>
  <dcterms:created xsi:type="dcterms:W3CDTF">2026-07-22T03:37:27Z</dcterms:created>
  <dcterms:modified xsi:type="dcterms:W3CDTF">2026-07-22T03:37:27Z</dcterms:modified>
</cp:coreProperties>
</file>