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4.8 million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operating verdict scannable while preserving comparison context for every metric.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B3473F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7.4 million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4.8 million</dc:title>
  <dc:subject>kpi-strip benchmark candidate</dc:subject>
  <dc:creator>NodeSlide Artifact Arena</dc:creator>
  <cp:lastModifiedBy>NodeSlide Artifact Arena</cp:lastModifiedBy>
  <cp:revision>1</cp:revision>
  <dcterms:created xsi:type="dcterms:W3CDTF">2026-07-22T03:32:00Z</dcterms:created>
  <dcterms:modified xsi:type="dcterms:W3CDTF">2026-07-22T03:32:00Z</dcterms:modified>
</cp:coreProperties>
</file>