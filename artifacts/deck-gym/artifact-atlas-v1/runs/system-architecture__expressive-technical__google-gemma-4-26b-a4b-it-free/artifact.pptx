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NodeSlide Protocol &amp; Adapter Architecture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portable protocol ensures consistent lifecycle management while adapters isolate backend-specific persistence logic.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architecture-contract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57400" y="3390900"/>
            <a:ext cx="571500" cy="-30480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86300" y="3086100"/>
            <a:ext cx="533400" cy="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124700" y="3086100"/>
            <a:ext cx="762000" cy="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9600" y="2971800"/>
            <a:ext cx="1447800" cy="1104900"/>
          </a:xfrm>
          <a:prstGeom prst="roundRect">
            <a:avLst>
              <a:gd name="adj" fmla="val 6621"/>
            </a:avLst>
          </a:prstGeom>
          <a:solidFill>
            <a:srgbClr val="172132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2000" y="33375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344" dirty="0"/>
          </a:p>
        </p:txBody>
      </p:sp>
      <p:sp>
        <p:nvSpPr>
          <p:cNvPr id="13" name="Shape 11"/>
          <p:cNvSpPr/>
          <p:nvPr/>
        </p:nvSpPr>
        <p:spPr>
          <a:xfrm>
            <a:off x="2628900" y="2514600"/>
            <a:ext cx="2057400" cy="1104900"/>
          </a:xfrm>
          <a:prstGeom prst="roundRect">
            <a:avLst>
              <a:gd name="adj" fmla="val 6621"/>
            </a:avLst>
          </a:prstGeom>
          <a:solidFill>
            <a:srgbClr val="253044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1300" y="2880360"/>
            <a:ext cx="1752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protocol</a:t>
            </a:r>
            <a:endParaRPr lang="en-US" sz="1344" dirty="0"/>
          </a:p>
        </p:txBody>
      </p:sp>
      <p:sp>
        <p:nvSpPr>
          <p:cNvPr id="15" name="Shape 13"/>
          <p:cNvSpPr/>
          <p:nvPr/>
        </p:nvSpPr>
        <p:spPr>
          <a:xfrm>
            <a:off x="5219700" y="2514600"/>
            <a:ext cx="1905000" cy="1104900"/>
          </a:xfrm>
          <a:prstGeom prst="roundRect">
            <a:avLst>
              <a:gd name="adj" fmla="val 6621"/>
            </a:avLst>
          </a:prstGeom>
          <a:solidFill>
            <a:srgbClr val="172132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72100" y="2880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engine</a:t>
            </a:r>
            <a:endParaRPr lang="en-US" sz="1344" dirty="0"/>
          </a:p>
        </p:txBody>
      </p:sp>
      <p:sp>
        <p:nvSpPr>
          <p:cNvPr id="17" name="Shape 15"/>
          <p:cNvSpPr/>
          <p:nvPr/>
        </p:nvSpPr>
        <p:spPr>
          <a:xfrm>
            <a:off x="7886700" y="1943100"/>
            <a:ext cx="3200400" cy="1104900"/>
          </a:xfrm>
          <a:prstGeom prst="roundRect">
            <a:avLst>
              <a:gd name="adj" fmla="val 6621"/>
            </a:avLst>
          </a:prstGeom>
          <a:solidFill>
            <a:srgbClr val="172132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9100" y="2308860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boundary</a:t>
            </a:r>
            <a:endParaRPr lang="en-US" sz="1344" dirty="0"/>
          </a:p>
        </p:txBody>
      </p:sp>
      <p:sp>
        <p:nvSpPr>
          <p:cNvPr id="19" name="Shape 17"/>
          <p:cNvSpPr/>
          <p:nvPr/>
        </p:nvSpPr>
        <p:spPr>
          <a:xfrm>
            <a:off x="8305800" y="25527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253044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7051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152" dirty="0"/>
          </a:p>
        </p:txBody>
      </p:sp>
      <p:sp>
        <p:nvSpPr>
          <p:cNvPr id="21" name="Shape 19"/>
          <p:cNvSpPr/>
          <p:nvPr/>
        </p:nvSpPr>
        <p:spPr>
          <a:xfrm>
            <a:off x="8305800" y="32766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253044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34290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Convex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8305800" y="40005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253044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41529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</a:t>
            </a:r>
            <a:endParaRPr lang="en-US" sz="1152" dirty="0"/>
          </a:p>
        </p:txBody>
      </p:sp>
      <p:sp>
        <p:nvSpPr>
          <p:cNvPr id="25" name="Shape 23"/>
          <p:cNvSpPr/>
          <p:nvPr/>
        </p:nvSpPr>
        <p:spPr>
          <a:xfrm>
            <a:off x="7658100" y="1676400"/>
            <a:ext cx="0" cy="327660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7277100" y="5067300"/>
            <a:ext cx="2057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FF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backend-specific trust boundary</a:t>
            </a:r>
            <a:endParaRPr lang="en-US" sz="896" dirty="0"/>
          </a:p>
        </p:txBody>
      </p:sp>
      <p:sp>
        <p:nvSpPr>
          <p:cNvPr id="27" name="Text 25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before commit · memory adapter · Convex adapter · Postgres adapter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occurs strictly before the commit operation within the protocol lifecycle.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NodeSlide Protocol &amp; Adapter Architecture</dc:title>
  <dc:subject>architecture-diagram benchmark candidate</dc:subject>
  <dc:creator>NodeSlide Artifact Arena</dc:creator>
  <cp:lastModifiedBy>NodeSlide Artifact Arena</cp:lastModifiedBy>
  <cp:revision>1</cp:revision>
  <dcterms:created xsi:type="dcterms:W3CDTF">2026-07-22T03:35:08Z</dcterms:created>
  <dcterms:modified xsi:type="dcterms:W3CDTF">2026-07-22T03:35:08Z</dcterms:modified>
</cp:coreProperties>
</file>