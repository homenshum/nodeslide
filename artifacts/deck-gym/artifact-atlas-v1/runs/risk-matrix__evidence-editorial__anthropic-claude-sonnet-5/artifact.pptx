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risk demanding immediate action.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mitigation on pipeline coverage before addressing lower-likelihood, high-impact risks.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Risk Matrix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2026-07-22T03:40:54Z</dcterms:created>
  <dcterms:modified xsi:type="dcterms:W3CDTF">2026-07-22T03:40:54Z</dcterms:modified>
</cp:coreProperties>
</file>