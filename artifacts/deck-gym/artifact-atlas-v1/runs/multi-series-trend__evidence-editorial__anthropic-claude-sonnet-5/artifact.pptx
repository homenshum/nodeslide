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Bus, Local Bus, and Rail: January–June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trails both rapid bus and rail through June, ending at the lowest indexed value.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Bus, Local Bus, and Rail: January–June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2026-07-22T03:33:19Z</dcterms:created>
  <dcterms:modified xsi:type="dcterms:W3CDTF">2026-07-22T03:33:19Z</dcterms:modified>
</cp:coreProperties>
</file>