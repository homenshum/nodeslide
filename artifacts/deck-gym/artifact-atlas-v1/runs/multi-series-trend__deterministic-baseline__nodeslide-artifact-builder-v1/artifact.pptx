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7"/>
          </a:solidFill>
          <a:ln w="6350">
            <a:solidFill>
              <a:srgbClr val="F3F6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 SERIES CHART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 bus reached 91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divergence between related series without inventing a cause for the observed pattern.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ridership-series · NodeSlide deterministic builder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04900" y="4953000"/>
            <a:ext cx="9220200" cy="0"/>
          </a:xfrm>
          <a:prstGeom prst="line">
            <a:avLst/>
          </a:prstGeom>
          <a:noFill/>
          <a:ln w="12700">
            <a:solidFill>
              <a:srgbClr val="64747C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04900" y="1981200"/>
            <a:ext cx="0" cy="2971800"/>
          </a:xfrm>
          <a:prstGeom prst="line">
            <a:avLst/>
          </a:prstGeom>
          <a:noFill/>
          <a:ln w="12700">
            <a:solidFill>
              <a:srgbClr val="64747C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04900" y="3689985"/>
            <a:ext cx="1844040" cy="-148590"/>
          </a:xfrm>
          <a:prstGeom prst="line">
            <a:avLst/>
          </a:prstGeom>
          <a:noFill/>
          <a:ln w="25400">
            <a:solidFill>
              <a:srgbClr val="287A8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8940" y="3541395"/>
            <a:ext cx="1844040" cy="-371475"/>
          </a:xfrm>
          <a:prstGeom prst="line">
            <a:avLst/>
          </a:prstGeom>
          <a:noFill/>
          <a:ln w="25400">
            <a:solidFill>
              <a:srgbClr val="287A8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92980" y="3169920"/>
            <a:ext cx="1844040" cy="-297180"/>
          </a:xfrm>
          <a:prstGeom prst="line">
            <a:avLst/>
          </a:prstGeom>
          <a:noFill/>
          <a:ln w="25400">
            <a:solidFill>
              <a:srgbClr val="287A8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7020" y="2872740"/>
            <a:ext cx="1844040" cy="-297180"/>
          </a:xfrm>
          <a:prstGeom prst="line">
            <a:avLst/>
          </a:prstGeom>
          <a:noFill/>
          <a:ln w="25400">
            <a:solidFill>
              <a:srgbClr val="287A8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81060" y="2575560"/>
            <a:ext cx="1844040" cy="-297180"/>
          </a:xfrm>
          <a:prstGeom prst="line">
            <a:avLst/>
          </a:prstGeom>
          <a:noFill/>
          <a:ln w="25400">
            <a:solidFill>
              <a:srgbClr val="287A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47020" y="217170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 bus 91</a:t>
            </a:r>
            <a:endParaRPr lang="en-US" sz="1024" dirty="0"/>
          </a:p>
        </p:txBody>
      </p:sp>
      <p:sp>
        <p:nvSpPr>
          <p:cNvPr id="16" name="Shape 14"/>
          <p:cNvSpPr/>
          <p:nvPr/>
        </p:nvSpPr>
        <p:spPr>
          <a:xfrm>
            <a:off x="1104900" y="4507230"/>
            <a:ext cx="1844040" cy="-74295"/>
          </a:xfrm>
          <a:prstGeom prst="line">
            <a:avLst/>
          </a:prstGeom>
          <a:noFill/>
          <a:ln w="38100">
            <a:solidFill>
              <a:srgbClr val="B3473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48940" y="4432935"/>
            <a:ext cx="1844040" cy="-74295"/>
          </a:xfrm>
          <a:prstGeom prst="line">
            <a:avLst/>
          </a:prstGeom>
          <a:noFill/>
          <a:ln w="38100">
            <a:solidFill>
              <a:srgbClr val="B3473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92980" y="4358640"/>
            <a:ext cx="1844040" cy="-148590"/>
          </a:xfrm>
          <a:prstGeom prst="line">
            <a:avLst/>
          </a:prstGeom>
          <a:noFill/>
          <a:ln w="38100">
            <a:solidFill>
              <a:srgbClr val="B3473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37020" y="4210050"/>
            <a:ext cx="1844040" cy="-74295"/>
          </a:xfrm>
          <a:prstGeom prst="line">
            <a:avLst/>
          </a:prstGeom>
          <a:noFill/>
          <a:ln w="38100">
            <a:solidFill>
              <a:srgbClr val="B3473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81060" y="4135755"/>
            <a:ext cx="1844040" cy="-74295"/>
          </a:xfrm>
          <a:prstGeom prst="line">
            <a:avLst/>
          </a:prstGeom>
          <a:noFill/>
          <a:ln w="38100">
            <a:solidFill>
              <a:srgbClr val="B347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47020" y="395478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B347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67</a:t>
            </a:r>
            <a:endParaRPr lang="en-US" sz="1024" dirty="0"/>
          </a:p>
        </p:txBody>
      </p:sp>
      <p:sp>
        <p:nvSpPr>
          <p:cNvPr id="22" name="Shape 20"/>
          <p:cNvSpPr/>
          <p:nvPr/>
        </p:nvSpPr>
        <p:spPr>
          <a:xfrm>
            <a:off x="1104900" y="3987165"/>
            <a:ext cx="1844040" cy="-148590"/>
          </a:xfrm>
          <a:prstGeom prst="line">
            <a:avLst/>
          </a:prstGeom>
          <a:noFill/>
          <a:ln w="25400">
            <a:solidFill>
              <a:srgbClr val="8B5E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48940" y="3838575"/>
            <a:ext cx="1844040" cy="-222885"/>
          </a:xfrm>
          <a:prstGeom prst="line">
            <a:avLst/>
          </a:prstGeom>
          <a:noFill/>
          <a:ln w="25400">
            <a:solidFill>
              <a:srgbClr val="8B5E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92980" y="3615690"/>
            <a:ext cx="1844040" cy="-222885"/>
          </a:xfrm>
          <a:prstGeom prst="line">
            <a:avLst/>
          </a:prstGeom>
          <a:noFill/>
          <a:ln w="25400">
            <a:solidFill>
              <a:srgbClr val="8B5E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37020" y="3392805"/>
            <a:ext cx="1844040" cy="-222885"/>
          </a:xfrm>
          <a:prstGeom prst="line">
            <a:avLst/>
          </a:prstGeom>
          <a:noFill/>
          <a:ln w="25400">
            <a:solidFill>
              <a:srgbClr val="8B5E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81060" y="3169920"/>
            <a:ext cx="1844040" cy="-222885"/>
          </a:xfrm>
          <a:prstGeom prst="line">
            <a:avLst/>
          </a:prstGeom>
          <a:noFill/>
          <a:ln w="25400">
            <a:solidFill>
              <a:srgbClr val="8B5E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47020" y="2840355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8B5E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 82</a:t>
            </a:r>
            <a:endParaRPr lang="en-US" sz="1024" dirty="0"/>
          </a:p>
        </p:txBody>
      </p:sp>
      <p:sp>
        <p:nvSpPr>
          <p:cNvPr id="28" name="Text 26"/>
          <p:cNvSpPr/>
          <p:nvPr/>
        </p:nvSpPr>
        <p:spPr>
          <a:xfrm>
            <a:off x="92202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832" dirty="0"/>
          </a:p>
        </p:txBody>
      </p:sp>
      <p:sp>
        <p:nvSpPr>
          <p:cNvPr id="29" name="Text 27"/>
          <p:cNvSpPr/>
          <p:nvPr/>
        </p:nvSpPr>
        <p:spPr>
          <a:xfrm>
            <a:off x="276606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Feb</a:t>
            </a:r>
            <a:endParaRPr lang="en-US" sz="832" dirty="0"/>
          </a:p>
        </p:txBody>
      </p:sp>
      <p:sp>
        <p:nvSpPr>
          <p:cNvPr id="30" name="Text 28"/>
          <p:cNvSpPr/>
          <p:nvPr/>
        </p:nvSpPr>
        <p:spPr>
          <a:xfrm>
            <a:off x="461010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</a:t>
            </a:r>
            <a:endParaRPr lang="en-US" sz="832" dirty="0"/>
          </a:p>
        </p:txBody>
      </p:sp>
      <p:sp>
        <p:nvSpPr>
          <p:cNvPr id="31" name="Text 29"/>
          <p:cNvSpPr/>
          <p:nvPr/>
        </p:nvSpPr>
        <p:spPr>
          <a:xfrm>
            <a:off x="645414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</a:t>
            </a:r>
            <a:endParaRPr lang="en-US" sz="832" dirty="0"/>
          </a:p>
        </p:txBody>
      </p:sp>
      <p:sp>
        <p:nvSpPr>
          <p:cNvPr id="32" name="Text 30"/>
          <p:cNvSpPr/>
          <p:nvPr/>
        </p:nvSpPr>
        <p:spPr>
          <a:xfrm>
            <a:off x="829818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</a:t>
            </a:r>
            <a:endParaRPr lang="en-US" sz="832" dirty="0"/>
          </a:p>
        </p:txBody>
      </p:sp>
      <p:sp>
        <p:nvSpPr>
          <p:cNvPr id="33" name="Text 31"/>
          <p:cNvSpPr/>
          <p:nvPr/>
        </p:nvSpPr>
        <p:spPr>
          <a:xfrm>
            <a:off x="1014222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</a:t>
            </a:r>
            <a:endParaRPr lang="en-US" sz="832" dirty="0"/>
          </a:p>
        </p:txBody>
      </p:sp>
      <p:sp>
        <p:nvSpPr>
          <p:cNvPr id="34" name="Shape 32"/>
          <p:cNvSpPr/>
          <p:nvPr/>
        </p:nvSpPr>
        <p:spPr>
          <a:xfrm>
            <a:off x="6477000" y="2171700"/>
            <a:ext cx="35814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6350">
            <a:solidFill>
              <a:srgbClr val="DCE8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59880" y="2308860"/>
            <a:ext cx="32004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8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recovered least: 67</a:t>
            </a:r>
            <a:endParaRPr lang="en-US" sz="1408" dirty="0"/>
          </a:p>
        </p:txBody>
      </p:sp>
      <p:sp>
        <p:nvSpPr>
          <p:cNvPr id="36" name="Text 34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rapid bus reached 91 · local bus reached 67 · rail reached 82 · local bus recovered least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reached 67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rapid bus reached 91</dc:title>
  <dc:subject>multi-series-chart benchmark candidate</dc:subject>
  <dc:creator>NodeSlide Artifact Arena</dc:creator>
  <cp:lastModifiedBy>NodeSlide Artifact Arena</cp:lastModifiedBy>
  <cp:revision>1</cp:revision>
  <dcterms:created xsi:type="dcterms:W3CDTF">2026-07-22T03:32:54Z</dcterms:created>
  <dcterms:modified xsi:type="dcterms:W3CDTF">2026-07-22T03:32:54Z</dcterms:modified>
</cp:coreProperties>
</file>