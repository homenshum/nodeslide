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Question to Approved Harness Update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moved from a frozen question on July 1 to an approved harness update on July 11, with blind review as the decision gate.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are spaced by elapsed days; the blind review gate is emphasized as the approval checkpoint before the harness update.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Question to Approved Harness Update</dc:title>
  <dc:subject>timeline benchmark candidate</dc:subject>
  <dc:creator>NodeSlide Artifact Arena</dc:creator>
  <cp:lastModifiedBy>NodeSlide Artifact Arena</cp:lastModifiedBy>
  <cp:revision>1</cp:revision>
  <dcterms:created xsi:type="dcterms:W3CDTF">2026-07-22T03:37:27Z</dcterms:created>
  <dcterms:modified xsi:type="dcterms:W3CDTF">2026-07-22T03:37:27Z</dcterms:modified>
</cp:coreProperties>
</file>