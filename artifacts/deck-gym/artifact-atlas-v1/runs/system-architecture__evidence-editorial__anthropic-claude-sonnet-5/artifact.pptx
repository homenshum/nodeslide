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Boundary and Backend Adapters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portable protocol validates before commit, then hands off to backend-specific adapters behind a clear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 to protocol to validation to adapter boundary to backends.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Portable Protocol Boundary and Backend Adapters</dc:title>
  <dc:subject>architecture-diagram benchmark candidate</dc:subject>
  <dc:creator>NodeSlide Artifact Arena</dc:creator>
  <cp:lastModifiedBy>NodeSlide Artifact Arena</cp:lastModifiedBy>
  <cp:revision>1</cp:revision>
  <dcterms:created xsi:type="dcterms:W3CDTF">2026-07-22T03:34:41Z</dcterms:created>
  <dcterms:modified xsi:type="dcterms:W3CDTF">2026-07-22T03:34:41Z</dcterms:modified>
</cp:coreProperties>
</file>