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KPI Verdict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delivered revenue 4.8 million and retention 94 percent, but pipeline 7.4 million and win rate 21 percent are material misses against target.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from the Q2 KPI export; each metric shows Q2 value with prior-quarter and target context, and only material misses are flagged.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Review: KPI Verdict</dc:title>
  <dc:subject>kpi-strip benchmark candidate</dc:subject>
  <dc:creator>NodeSlide Artifact Arena</dc:creator>
  <cp:lastModifiedBy>NodeSlide Artifact Arena</cp:lastModifiedBy>
  <cp:revision>1</cp:revision>
  <dcterms:created xsi:type="dcterms:W3CDTF">2026-07-22T03:32:26Z</dcterms:created>
  <dcterms:modified xsi:type="dcterms:W3CDTF">2026-07-22T03:32:26Z</dcterms:modified>
</cp:coreProperties>
</file>