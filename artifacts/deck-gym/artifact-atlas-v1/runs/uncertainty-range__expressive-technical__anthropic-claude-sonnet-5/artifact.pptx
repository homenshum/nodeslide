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Actual: Widening Uncertainty Ahead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 by Q5, but the modeled range widens to 9.0–13.8, showing growing uncertainty rather than false precision.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F7F2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Q1–Q2 are observed actuals; Q3–Q5 are modeled forecasts with low-high ranges. The uncertainty widens as the forecast horizon extends.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 vs. Actual: Widening Uncertainty Ahead</dc:title>
  <dc:subject>uncertainty-range benchmark candidate</dc:subject>
  <dc:creator>NodeSlide Artifact Arena</dc:creator>
  <cp:lastModifiedBy>NodeSlide Artifact Arena</cp:lastModifiedBy>
  <cp:revision>1</cp:revision>
  <dcterms:created xsi:type="dcterms:W3CDTF">2026-07-22T03:34:14Z</dcterms:created>
  <dcterms:modified xsi:type="dcterms:W3CDTF">2026-07-22T03:34:14Z</dcterms:modified>
</cp:coreProperties>
</file>