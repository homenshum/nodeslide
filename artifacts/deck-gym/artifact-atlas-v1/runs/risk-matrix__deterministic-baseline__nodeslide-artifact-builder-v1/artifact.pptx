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operating risks by likelihood and impact instead of presenting an unlabeled list.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B3473F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8B5E3C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DCE8EB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 is 3 by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coverage is highest priority</dc:title>
  <dc:subject>risk-matrix benchmark candidate</dc:subject>
  <dc:creator>NodeSlide Artifact Arena</dc:creator>
  <cp:lastModifiedBy>NodeSlide Artifact Arena</cp:lastModifiedBy>
  <cp:revision>1</cp:revision>
  <dcterms:created xsi:type="dcterms:W3CDTF">2026-07-22T03:40:30Z</dcterms:created>
  <dcterms:modified xsi:type="dcterms:W3CDTF">2026-07-22T03:40:30Z</dcterms:modified>
</cp:coreProperties>
</file>