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makes presentation automation safer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before acceptance: 52 seconds to human acceptance, 58 seconds to PowerPoint export.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before acceptance: 52 seconds to human acceptance, 58 seconds to PowerPoint export.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timing reflects one frozen product-demo workflow receipt; the broader safety claim rests on review before acceptance, not on the timing alone.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Reviewable generation makes presentation automation safer</dc:title>
  <dc:subject>hero-thesis benchmark candidate</dc:subject>
  <dc:creator>NodeSlide Artifact Arena</dc:creator>
  <cp:lastModifiedBy>NodeSlide Artifact Arena</cp:lastModifiedBy>
  <cp:revision>1</cp:revision>
  <dcterms:created xsi:type="dcterms:W3CDTF">2026-07-22T03:31:32Z</dcterms:created>
  <dcterms:modified xsi:type="dcterms:W3CDTF">2026-07-22T03:31:32Z</dcterms:modified>
</cp:coreProperties>
</file>