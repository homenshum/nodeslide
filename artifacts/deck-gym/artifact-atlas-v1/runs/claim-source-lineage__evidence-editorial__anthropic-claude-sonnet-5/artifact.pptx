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SOURCE LINEAGE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Lineage: Source to Slide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acceptance at 52 seconds traces cleanly to journey-receipt; the unsupported zero-errors claim is rejected on a separate branch.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journey-receipt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622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818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916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receipt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8956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27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fact</a:t>
            </a:r>
            <a:endParaRPr lang="en-US" sz="1152" dirty="0"/>
          </a:p>
        </p:txBody>
      </p:sp>
      <p:sp>
        <p:nvSpPr>
          <p:cNvPr id="17" name="Text 15"/>
          <p:cNvSpPr/>
          <p:nvPr/>
        </p:nvSpPr>
        <p:spPr>
          <a:xfrm>
            <a:off x="30327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1054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25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claim</a:t>
            </a:r>
            <a:endParaRPr lang="en-US" sz="1152" dirty="0"/>
          </a:p>
        </p:txBody>
      </p:sp>
      <p:sp>
        <p:nvSpPr>
          <p:cNvPr id="20" name="Text 18"/>
          <p:cNvSpPr/>
          <p:nvPr/>
        </p:nvSpPr>
        <p:spPr>
          <a:xfrm>
            <a:off x="52425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 seconds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element</a:t>
            </a:r>
            <a:endParaRPr lang="en-US" sz="1152" dirty="0"/>
          </a:p>
        </p:txBody>
      </p:sp>
      <p:sp>
        <p:nvSpPr>
          <p:cNvPr id="23" name="Text 21"/>
          <p:cNvSpPr/>
          <p:nvPr/>
        </p:nvSpPr>
        <p:spPr>
          <a:xfrm>
            <a:off x="74523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5250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21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receipt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96621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943600" y="3886200"/>
            <a:ext cx="0" cy="106680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0" y="4953000"/>
            <a:ext cx="1828800" cy="533400"/>
          </a:xfrm>
          <a:prstGeom prst="roundRect">
            <a:avLst>
              <a:gd name="adj" fmla="val 13714"/>
            </a:avLst>
          </a:prstGeom>
          <a:solidFill>
            <a:srgbClr val="FBF8F2"/>
          </a:solidFill>
          <a:ln w="6350">
            <a:solidFill>
              <a:srgbClr val="A63B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1600" y="51054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“zero errors” rejected</a:t>
            </a:r>
            <a:endParaRPr lang="en-US" sz="1024" dirty="0"/>
          </a:p>
        </p:txBody>
      </p:sp>
      <p:sp>
        <p:nvSpPr>
          <p:cNvPr id="30" name="Text 28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human acceptance at 52 seconds · source journey-receipt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Left-to-right lineage: source record, extracted fact, bounded claim, slide element, exported receipt. Rejected branch shown separately with no supporting evidence.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 Lineage: Source to Slide</dc:title>
  <dc:subject>claim-source-lineage benchmark candidate</dc:subject>
  <dc:creator>NodeSlide Artifact Arena</dc:creator>
  <cp:lastModifiedBy>NodeSlide Artifact Arena</cp:lastModifiedBy>
  <cp:revision>1</cp:revision>
  <dcterms:created xsi:type="dcterms:W3CDTF">2026-07-22T03:38:45Z</dcterms:created>
  <dcterms:modified xsi:type="dcterms:W3CDTF">2026-07-22T03:38:45Z</dcterms:modified>
</cp:coreProperties>
</file>