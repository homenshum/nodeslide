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Reviewable Generation: Product Proof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verified controls — model selection, validation status, and the Trace inspector — anchor the reviewable-generation story once the real screenshot is dropped 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16:9 media region is an explicit replacement-required placeholder: no product bitmap was supplied, so no interface is simulated. Numbered callouts are positioned to bind to the corresponding controls the moment authentic evidence replaces the placeholder.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Reviewable Generation: Product Proof</dc:title>
  <dc:subject>screenshot-callouts benchmark candidate</dc:subject>
  <dc:creator>NodeSlide Artifact Arena</dc:creator>
  <cp:lastModifiedBy>NodeSlide Artifact Arena</cp:lastModifiedBy>
  <cp:revision>1</cp:revision>
  <dcterms:created xsi:type="dcterms:W3CDTF">2026-07-22T03:42:36Z</dcterms:created>
  <dcterms:modified xsi:type="dcterms:W3CDTF">2026-07-22T03:42:36Z</dcterms:modified>
</cp:coreProperties>
</file>