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UNCERTAINTY RANGE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vs. Actual with Modeled Uncertainty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 forecast reaches 11.4 by Q5, while the modeled range widens from 9.0 to 13.8.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forecast-range-data · Kimi K3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43000" y="452812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423988" y="449562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04975" y="446311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985963" y="4430613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6950" y="4398109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547938" y="4365605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28925" y="4333101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9913" y="4300597"/>
            <a:ext cx="288608" cy="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90900" y="4242554"/>
            <a:ext cx="288608" cy="3946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71888" y="4158972"/>
            <a:ext cx="288608" cy="11840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952875" y="4075390"/>
            <a:ext cx="288608" cy="19734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33863" y="3991808"/>
            <a:ext cx="288608" cy="27628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14850" y="3908227"/>
            <a:ext cx="288608" cy="35522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95838" y="3824645"/>
            <a:ext cx="288608" cy="43416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76825" y="3741063"/>
            <a:ext cx="288608" cy="51310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57813" y="3657481"/>
            <a:ext cx="288608" cy="59203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638800" y="3583186"/>
            <a:ext cx="288608" cy="659368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19788" y="3518178"/>
            <a:ext cx="288608" cy="715089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00775" y="3453170"/>
            <a:ext cx="288608" cy="77081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1763" y="3388162"/>
            <a:ext cx="288608" cy="82653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2750" y="3323153"/>
            <a:ext cx="288608" cy="882253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043738" y="3258145"/>
            <a:ext cx="288608" cy="937974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24725" y="3193137"/>
            <a:ext cx="288608" cy="99369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05713" y="3128129"/>
            <a:ext cx="288608" cy="10494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886700" y="3053834"/>
            <a:ext cx="288608" cy="1121390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167687" y="2970252"/>
            <a:ext cx="288608" cy="1209615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8675" y="2886670"/>
            <a:ext cx="288608" cy="129784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729663" y="2803088"/>
            <a:ext cx="288608" cy="1386066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010650" y="2719507"/>
            <a:ext cx="288608" cy="1474291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291638" y="2635925"/>
            <a:ext cx="288608" cy="156251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572625" y="2552343"/>
            <a:ext cx="288608" cy="1650742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853613" y="2468761"/>
            <a:ext cx="288608" cy="1738967"/>
          </a:xfrm>
          <a:prstGeom prst="rect">
            <a:avLst/>
          </a:prstGeom>
          <a:solidFill>
            <a:srgbClr val="E2DDD3">
              <a:alpha val="72000"/>
            </a:srgbClr>
          </a:solidFill>
          <a:ln w="6350">
            <a:solidFill>
              <a:srgbClr val="E2DDD3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43000" y="4544378"/>
            <a:ext cx="2247900" cy="-260032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390900" y="4284345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638800" y="3950017"/>
            <a:ext cx="2247900" cy="-297180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86700" y="3652838"/>
            <a:ext cx="2247900" cy="-334327"/>
          </a:xfrm>
          <a:prstGeom prst="line">
            <a:avLst/>
          </a:prstGeom>
          <a:noFill/>
          <a:ln w="31750">
            <a:solidFill>
              <a:srgbClr val="C4553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1143000" y="4507230"/>
            <a:ext cx="2247900" cy="-297180"/>
          </a:xfrm>
          <a:prstGeom prst="line">
            <a:avLst/>
          </a:prstGeom>
          <a:noFill/>
          <a:ln w="44450">
            <a:solidFill>
              <a:srgbClr val="17241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90900" y="1905000"/>
            <a:ext cx="0" cy="3139440"/>
          </a:xfrm>
          <a:prstGeom prst="line">
            <a:avLst/>
          </a:prstGeom>
          <a:noFill/>
          <a:ln w="12700">
            <a:solidFill>
              <a:srgbClr val="677169"/>
            </a:solidFill>
            <a:prstDash val="solid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3543300" y="1950720"/>
            <a:ext cx="1981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Forecast begins</a:t>
            </a:r>
            <a:endParaRPr lang="en-US" sz="960" dirty="0"/>
          </a:p>
        </p:txBody>
      </p:sp>
      <p:sp>
        <p:nvSpPr>
          <p:cNvPr id="47" name="Text 45"/>
          <p:cNvSpPr/>
          <p:nvPr/>
        </p:nvSpPr>
        <p:spPr>
          <a:xfrm>
            <a:off x="7924800" y="2438400"/>
            <a:ext cx="22860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4" b="1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 range</a:t>
            </a:r>
            <a:endParaRPr lang="en-US" sz="1024" dirty="0"/>
          </a:p>
        </p:txBody>
      </p:sp>
      <p:sp>
        <p:nvSpPr>
          <p:cNvPr id="48" name="Text 46"/>
          <p:cNvSpPr/>
          <p:nvPr/>
        </p:nvSpPr>
        <p:spPr>
          <a:xfrm>
            <a:off x="7924800" y="275844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560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9.0—13.8</a:t>
            </a:r>
            <a:endParaRPr lang="en-US" sz="2560" dirty="0"/>
          </a:p>
        </p:txBody>
      </p:sp>
      <p:sp>
        <p:nvSpPr>
          <p:cNvPr id="49" name="Text 47"/>
          <p:cNvSpPr/>
          <p:nvPr/>
        </p:nvSpPr>
        <p:spPr>
          <a:xfrm>
            <a:off x="9448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832" dirty="0"/>
          </a:p>
        </p:txBody>
      </p:sp>
      <p:sp>
        <p:nvSpPr>
          <p:cNvPr id="50" name="Text 48"/>
          <p:cNvSpPr/>
          <p:nvPr/>
        </p:nvSpPr>
        <p:spPr>
          <a:xfrm>
            <a:off x="31927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832" dirty="0"/>
          </a:p>
        </p:txBody>
      </p:sp>
      <p:sp>
        <p:nvSpPr>
          <p:cNvPr id="51" name="Text 49"/>
          <p:cNvSpPr/>
          <p:nvPr/>
        </p:nvSpPr>
        <p:spPr>
          <a:xfrm>
            <a:off x="54406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832" dirty="0"/>
          </a:p>
        </p:txBody>
      </p:sp>
      <p:sp>
        <p:nvSpPr>
          <p:cNvPr id="52" name="Text 50"/>
          <p:cNvSpPr/>
          <p:nvPr/>
        </p:nvSpPr>
        <p:spPr>
          <a:xfrm>
            <a:off x="76885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832" dirty="0"/>
          </a:p>
        </p:txBody>
      </p:sp>
      <p:sp>
        <p:nvSpPr>
          <p:cNvPr id="53" name="Text 51"/>
          <p:cNvSpPr/>
          <p:nvPr/>
        </p:nvSpPr>
        <p:spPr>
          <a:xfrm>
            <a:off x="9936480" y="5135880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3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Q5</a:t>
            </a:r>
            <a:endParaRPr lang="en-US" sz="832" dirty="0"/>
          </a:p>
        </p:txBody>
      </p:sp>
      <p:sp>
        <p:nvSpPr>
          <p:cNvPr id="54" name="Text 5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base forecast reaches 11.4 · Q5 range is 9.0 to 13.8 · uncertainty widens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Q1–Q2 actuals; Q3–Q5 base forecast with modeled low–high range. Range is modeled, not a confidence interval.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 vs. Actual with Modeled Uncertainty</dc:title>
  <dc:subject>uncertainty-range benchmark candidate</dc:subject>
  <dc:creator>NodeSlide Artifact Arena</dc:creator>
  <cp:lastModifiedBy>NodeSlide Artifact Arena</cp:lastModifiedBy>
  <cp:revision>1</cp:revision>
  <dcterms:created xsi:type="dcterms:W3CDTF">2026-07-22T03:33:48Z</dcterms:created>
  <dcterms:modified xsi:type="dcterms:W3CDTF">2026-07-22T03:33:48Z</dcterms:modified>
</cp:coreProperties>
</file>