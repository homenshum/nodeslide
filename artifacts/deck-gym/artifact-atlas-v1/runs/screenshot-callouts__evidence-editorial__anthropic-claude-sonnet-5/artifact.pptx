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CALLOUTS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Reviewable-Generation Workflow: Verified Controls, Missing Screenshot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selection, validation status, and trace inspection are verified product surfaces; the interface bitmap itself is not yet supplied and must not be simulated.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screenshot-absence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752600"/>
            <a:ext cx="8077200" cy="3810000"/>
          </a:xfrm>
          <a:prstGeom prst="roundRect">
            <a:avLst>
              <a:gd name="adj" fmla="val 1920"/>
            </a:avLst>
          </a:prstGeom>
          <a:solidFill>
            <a:srgbClr val="FBF8F2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981200"/>
            <a:ext cx="7620000" cy="3352800"/>
          </a:xfrm>
          <a:prstGeom prst="roundRect">
            <a:avLst>
              <a:gd name="adj" fmla="val 2182"/>
            </a:avLst>
          </a:prstGeom>
          <a:solidFill>
            <a:srgbClr val="E2DDD3"/>
          </a:solidFill>
          <a:ln w="6350">
            <a:solidFill>
              <a:srgbClr val="6771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62200" y="3276600"/>
            <a:ext cx="51816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REPLACE WITH VERIFIED PRODUCT SCREENSHOT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71800" y="3749040"/>
            <a:ext cx="39624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bitmap was supplied to this fixture</a:t>
            </a:r>
            <a:endParaRPr lang="en-US" sz="1024" dirty="0"/>
          </a:p>
        </p:txBody>
      </p:sp>
      <p:sp>
        <p:nvSpPr>
          <p:cNvPr id="12" name="Shape 10"/>
          <p:cNvSpPr/>
          <p:nvPr/>
        </p:nvSpPr>
        <p:spPr>
          <a:xfrm>
            <a:off x="9311640" y="1996440"/>
            <a:ext cx="426720" cy="42672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87840" y="20878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5F0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9860280" y="20726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</a:t>
            </a:r>
            <a:endParaRPr lang="en-US" sz="1152" dirty="0"/>
          </a:p>
        </p:txBody>
      </p:sp>
      <p:sp>
        <p:nvSpPr>
          <p:cNvPr id="15" name="Shape 13"/>
          <p:cNvSpPr/>
          <p:nvPr/>
        </p:nvSpPr>
        <p:spPr>
          <a:xfrm>
            <a:off x="9311640" y="2209800"/>
            <a:ext cx="-701040" cy="0"/>
          </a:xfrm>
          <a:prstGeom prst="line">
            <a:avLst/>
          </a:prstGeom>
          <a:noFill/>
          <a:ln w="12700">
            <a:solidFill>
              <a:srgbClr val="C45538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768840" y="3177540"/>
            <a:ext cx="426720" cy="42672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45040" y="32689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5F0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1152" dirty="0"/>
          </a:p>
        </p:txBody>
      </p:sp>
      <p:sp>
        <p:nvSpPr>
          <p:cNvPr id="18" name="Text 16"/>
          <p:cNvSpPr/>
          <p:nvPr/>
        </p:nvSpPr>
        <p:spPr>
          <a:xfrm>
            <a:off x="10317480" y="32537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status</a:t>
            </a:r>
            <a:endParaRPr lang="en-US" sz="1152" dirty="0"/>
          </a:p>
        </p:txBody>
      </p:sp>
      <p:sp>
        <p:nvSpPr>
          <p:cNvPr id="19" name="Shape 17"/>
          <p:cNvSpPr/>
          <p:nvPr/>
        </p:nvSpPr>
        <p:spPr>
          <a:xfrm>
            <a:off x="9768840" y="3390900"/>
            <a:ext cx="-1158240" cy="0"/>
          </a:xfrm>
          <a:prstGeom prst="line">
            <a:avLst/>
          </a:prstGeom>
          <a:noFill/>
          <a:ln w="12700">
            <a:solidFill>
              <a:srgbClr val="C45538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083040" y="4434840"/>
            <a:ext cx="426720" cy="42672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59240" y="45262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5F0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1152" dirty="0"/>
          </a:p>
        </p:txBody>
      </p:sp>
      <p:sp>
        <p:nvSpPr>
          <p:cNvPr id="22" name="Text 20"/>
          <p:cNvSpPr/>
          <p:nvPr/>
        </p:nvSpPr>
        <p:spPr>
          <a:xfrm>
            <a:off x="9631680" y="45110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receipt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9083040" y="4648200"/>
            <a:ext cx="-472440" cy="0"/>
          </a:xfrm>
          <a:prstGeom prst="line">
            <a:avLst/>
          </a:prstGeom>
          <a:noFill/>
          <a:ln w="12700">
            <a:solidFill>
              <a:srgbClr val="C45538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model selection is visible · validation status is visible · trace inspection is available · screenshot replacement required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Placeholder region marks where the real editor screenshot must be inserted before this slide ships; callouts point to confirmed controls only.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Reviewable-Generation Workflow: Verified Controls, Missing Screenshot</dc:title>
  <dc:subject>screenshot-callouts benchmark candidate</dc:subject>
  <dc:creator>NodeSlide Artifact Arena</dc:creator>
  <cp:lastModifiedBy>NodeSlide Artifact Arena</cp:lastModifiedBy>
  <cp:revision>1</cp:revision>
  <dcterms:created xsi:type="dcterms:W3CDTF">2026-07-22T03:37:53Z</dcterms:created>
  <dcterms:modified xsi:type="dcterms:W3CDTF">2026-07-22T03:37:53Z</dcterms:modified>
</cp:coreProperties>
</file>