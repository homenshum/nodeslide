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Metric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achieves a cost-adjusted quality value of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represents the quality score (0.75) and C represents the cost in USD (0.038) from the adaptive retrieval experiment.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Metric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2026-07-22T03:39:36Z</dcterms:created>
  <dcterms:modified xsi:type="dcterms:W3CDTF">2026-07-22T03:39:36Z</dcterms:modified>
</cp:coreProperties>
</file>