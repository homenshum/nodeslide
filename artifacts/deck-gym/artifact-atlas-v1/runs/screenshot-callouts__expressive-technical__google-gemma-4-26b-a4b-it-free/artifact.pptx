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Workflow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integrates model selection, validation status, and trace inspection for verifiable output.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253044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Callouts map to verified product surfaces within the editor interface.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Reviewable Generation Workflow</dc:title>
  <dc:subject>screenshot-callouts benchmark candidate</dc:subject>
  <dc:creator>NodeSlide Artifact Arena</dc:creator>
  <cp:lastModifiedBy>NodeSlide Artifact Arena</cp:lastModifiedBy>
  <cp:revision>1</cp:revision>
  <dcterms:created xsi:type="dcterms:W3CDTF">2026-07-22T03:38:19Z</dcterms:created>
  <dcterms:modified xsi:type="dcterms:W3CDTF">2026-07-22T03:38:19Z</dcterms:modified>
</cp:coreProperties>
</file>