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[source_19fa0cfc30f0348e6ac7e12bd2c05094]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[source_6865d704bfa48474fe2dcea181cabe34] claims-before-after.csv
Citation: Uploaded file: claims-before-after.csv
metric,before,after,unit
median_cycle_time,8.4,5.9,days
manual_touches,6.1,3.8,touches
rework_rate,14.2,9.6,percent
on_time_completion,71,84,percent
Disclaimer: User supplied
[source_b1045c210c2d28189d79a8d5d5cb88f8]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[source_19fa0cfc30f0348e6ac7e12bd2c05094]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[source_6865d704bfa48474fe2dcea181cabe34] claims-before-after.csv
Citation: Uploaded file: claims-before-after.csv
metric,before,after,unit
median_cycle_time,8.4,5.9,days
manual_touches,6.1,3.8,touches
rework_rate,14.2,9.6,percent
on_time_completion,71,84,percent
Disclaimer: User supplied
[source_b1045c210c2d28189d79a8d5d5cb88f8]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[source_19fa0cfc30f0348e6ac7e12bd2c05094]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[source_6865d704bfa48474fe2dcea181cabe34] claims-before-after.csv
Citation: Uploaded file: claims-before-after.csv
metric,before,after,unit
median_cycle_time,8.4,5.9,days
manual_touches,6.1,3.8,touches
rework_rate,14.2,9.6,percent
on_time_completion,71,84,percent
Disclaimer: User supplied
[source_b1045c210c2d28189d79a8d5d5cb88f8]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[source_19fa0cfc30f0348e6ac7e12bd2c05094]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[source_6865d704bfa48474fe2dcea181cabe34] claims-before-after.csv
Citation: Uploaded file: claims-before-after.csv
metric,before,after,unit
median_cycle_time,8.4,5.9,days
manual_touches,6.1,3.8,touches
rework_rate,14.2,9.6,percent
on_time_completion,71,84,percent
Disclaimer: User supplied
[source_b1045c210c2d28189d79a8d5d5cb88f8]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[source_19fa0cfc30f0348e6ac7e12bd2c05094]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[source_6865d704bfa48474fe2dcea181cabe34] claims-before-after.csv
Citation: Uploaded file: claims-before-after.csv
metric,before,after,unit
median_cycle_time,8.4,5.9,days
manual_touches,6.1,3.8,touches
rework_rate,14.2,9.6,percent
on_time_completion,71,84,percent
Disclaimer: User supplied
[source_b1045c210c2d28189d79a8d5d5cb88f8]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[source_19fa0cfc30f0348e6ac7e12bd2c05094]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[source_6865d704bfa48474fe2dcea181cabe34] claims-before-after.csv
Citation: Uploaded file: claims-before-after.csv
metric,before,after,unit
median_cycle_time,8.4,5.9,days
manual_touches,6.1,3.8,touches
rework_rate,14.2,9.6,percent
on_time_completion,71,84,percent
Disclaimer: User supplied
[source_b1045c210c2d28189d79a8d5d5cb88f8]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[source_19fa0cfc30f0348e6ac7e12bd2c05094]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[source_6865d704bfa48474fe2dcea181cabe34] claims-before-after.csv
Citation: Uploaded file: claims-before-after.csv
metric,before,after,unit
median_cycle_time,8.4,5.9,days
manual_touches,6.1,3.8,touches
rework_rate,14.2,9.6,percent
on_time_completion,71,84,percent
Disclaimer: User supplied
[source_b1045c210c2d28189d79a8d5d5cb88f8]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bcc599201b05c8b453211db44d776b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bb361e72a78a65cfb48a9198fcc0cb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84c136f3a2238c492ed13d102555058f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8e7dd9f0c2011d3939e99762b6fa597e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ab8574465b06a6a35cb4549b72e130f2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39bbda121646dd97f1bebc2db73bd1c1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4f9f5eee835d55c373bcaeb0caa2ce1b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644e66bf5e8096b7be5bc6d02e37967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9e0d264a8ff31f94f15bdc4dcd9bf7b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0e58ca68ea4cdefeab3d2b3648fd0eb6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ceb7c4d677059db92556228713d810f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0b9bdcdf1cd6e42db420d2c18c7af0cf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0de8030c95d8c144e1e05996572b6fef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b6d85055e27859f299272113aa57d017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867cedc3d172fcf230f67dd9bcc5c007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e554b93fe5060b5067fd4d73df09323e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88aaf889b3e2b6154e7711b2c8242efa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68653826fc58036b1aba44d76036ad98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22ef843fcc0ca9164f8c93c526d2659c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22ef843fcc0ca9164f8c93c526d2659c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70d480548f0f8d7c88036fa1afbebf9b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70d480548f0f8d7c88036fa1afbebf9b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d4d0572b0e7201e23e7b7fea983374f7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d4d0572b0e7201e23e7b7fea983374f7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621a1c722d14e9ac4d9a7b749fb8202c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a8e36df5fe4facc34bf5ed03560e6a7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93b8d0ef7660eacdc76669328f4d1a2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a28de721c506073cd60e60914a745e6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50b942c8b52d70a7be096f349352caef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416559a2d559c7d67fe6eb616098c79e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case study for operations executives deciding whether to replicate a claims-processing intervention. Show the initial state, intervention, adoption path, measured before/after outcomes, operator evidence, limitations, and replication deci…</a:t>
            </a:r>
            <a:endParaRPr lang="en-US" sz="1900" dirty="0"/>
          </a:p>
        </p:txBody>
      </p:sp>
      <p:sp>
        <p:nvSpPr>
          <p:cNvPr id="6" name="element_a640d9ac37d6f29313b9f9c841af498c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27d73807b7297e59bfdda6237e469836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62101b298c00cfc84dcd0936a385015a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e33c10922027ecff3b0a11e42ad80284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2aa8370ee360ec3f435f46cfaa7c28be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a2ed747ab59275877b4a31c029b74bd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ba4b28ab6b8e2ae63cd6086450db72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4c1c3792a937b35be716d115c7ef8a92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590aca188518b4006622b9d365f8e0b2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d43a71538a5755b246ba96eec22f5329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eef67ef2787e18d8a172452bc87a3aa3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97391f7011dd54c57144bccfa9c0a8ac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f695ec45a801c293dc513d3d038f8c9a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bc8da397cb1bc6c0096c629feab4fc1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15328dd7293b235985f5986c115c006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25ffbbfd13af8337e32d119befa5d0b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16132ceea8cd403e2cbac1ddd21f07c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7a580a896c5e3382197c5cc91cb26fec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aded022248c4a59a1bceb1b2fd84f43d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7606bb8674f04fd9a9acd28dcbbc30ca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2b0ca4b15fb1063e0938b166efe63ad0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849cb4fb18c282f980e64903e0f54616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423c4740107b5b86c4427613cb14e92b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fd0eaf9111000e3328729377c7835580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22d3ff3ad5480dc3b14f0b24674830ff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6842db0d78ce10126cbcdbb8d59811b3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34dd665abeab69e64ebb1667aba3dfa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39c082591c50fa31403821bf83a176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5f5a4da0a50c89ee16baa8bc1b04d6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fe65561c7008b7d01d96e50ab18f8b8a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7daba4cf63855cab85c6dfb6f784d7a8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6b351d2d8a40f059ba5f3f58b2cd60e8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367d65e744c1fc329ce80d70d88b60a3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31f52d3063440aba4ee9a04bb7599578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af5f6839488f03c1c617a36b91c0644c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af5f6839488f03c1c617a36b91c0644c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690345b7048f8d1104662bf69941f24b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6f8a021904553c55c06d12c91d905b8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056c4c1e5bcd6aaa277b271797e3020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7643e4f1a7c859b6f58b4c868703023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4300109aaa635086497f5242e6a231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505cadf2613a99187ff51e9fefc1f49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01794cbe53c0f3cbe67a50a826e03dab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1389a5040349718c64c2aa784407eafc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2a412121d3968797eee45d5042c2d0dd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a66da7e269cb8083c5b0bc6f6b89f75c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b29d11196930fb77ac371ce38539ef6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4428c94cb8807a0f86ab686c17b4cdb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case study for operations executives deciding wh…</dc:title>
  <dc:subject>Create an editable, reviewable presentation from this idea</dc:subject>
  <dc:creator>NodeSlide</dc:creator>
  <cp:lastModifiedBy>NodeSlide</cp:lastModifiedBy>
  <cp:revision>1</cp:revision>
  <dcterms:created xsi:type="dcterms:W3CDTF">2026-07-22T00:00:30Z</dcterms:created>
  <dcterms:modified xsi:type="dcterms:W3CDTF">2026-07-22T00:00:30Z</dcterms:modified>
</cp:coreProperties>
</file>