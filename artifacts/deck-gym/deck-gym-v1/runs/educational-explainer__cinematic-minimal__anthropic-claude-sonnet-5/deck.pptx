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[source_7f2406c9494006ca90aec8dfcfbe27d3]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[source_d42e0d2ee4d13f217d99825321d87dda]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[source_7f2406c9494006ca90aec8dfcfbe27d3]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[source_d42e0d2ee4d13f217d99825321d87dda]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[source_7f2406c9494006ca90aec8dfcfbe27d3]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[source_d42e0d2ee4d13f217d99825321d87dda]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[source_7f2406c9494006ca90aec8dfcfbe27d3]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[source_d42e0d2ee4d13f217d99825321d87dda]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[source_7f2406c9494006ca90aec8dfcfbe27d3]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[source_d42e0d2ee4d13f217d99825321d87dda]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[source_7f2406c9494006ca90aec8dfcfbe27d3]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[source_d42e0d2ee4d13f217d99825321d87dda]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[source_7f2406c9494006ca90aec8dfcfbe27d3] Create a seven-slide educational explainer for non-specialist product… — creation brief
Citation: Create a seven-slide educational explainer for non-specialist product managers learning when retrieval-augmented generation helps. Progress from the failure of memory-only answers through indexing, retrieval, grounded generation, evaluation, limitations, and a practical decision checklist. Include a progressive editable diagram, a simple timeline of one query, an analogy, and a final summary. Keep technical terms defined in plain language. Design direction: Use a cinematic minimal direction: fewer words, larger visual centers, deliberate scale changes, one memorable visual climax, and quiet transition beats. Keep all evidence honest and editable.
Disclaimer: Internal working material
[source_d42e0d2ee4d13f217d99825321d87dda] rag-facts.md
Citation: Uploaded file: rag-facts.md
The benchmark definition is: index approved documents, retrieve passages relevant to a query, provide those passages to the generator, and evaluate whether claims are supported by the retrieved text. Retrieval does not guarantee truth and can return irrelevant evidence.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9bf2d04ef4f99e46184341a736f00a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d0d0a6c08ae2d30b38c54bd05af24ea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d177edc087d42db5585b97b1e0b9cff7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31499448c2f5bfbe223ea7567fda600e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67dace71ad8188c1429ae1842c4f4aa3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dde139004181e05e8f80452356376a8d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ba4819aac74824baf24cac431b1ab172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95708b503a55603c1e8f4aab6d18785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5204882da9a83e8239be3c7127d0d1a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7ab613a71cfb0e2c7d91309f7dea68a0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7badc006ff17da96779b599f677e2c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11044ae9de5b4281d84d6e6a82fc14b3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1321887c7f0988e0ede9a854da87f1eb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2a1424143a9859e2e2abfb697e16e18c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9add2defbb2da446f79b41f668afd9ab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39b4dbe4c625728723d2c90a008efdbf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30046a8ea0ffb940d0596df401e9d3fa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4649616695c9fcdcdf96085f6a94cabc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2f8ca5672d77f0d7740707f252c5b9e9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2f8ca5672d77f0d7740707f252c5b9e9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31ed74daf344dd10068ed9bd7f721545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31ed74daf344dd10068ed9bd7f721545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f3a0ef2c45b441f345f6c72348b7b506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f3a0ef2c45b441f345f6c72348b7b506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975eb9d76274b7b516e0ca415936d23a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73ada3b317b9b55e2b342eb6584a827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48eea9d5a34c637eab7562b76c6127a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d1e0d334ab06b017bcd2f0d50286225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1cc37ce013e5b599e37e7b365b9edb4f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977a3cf4f809f23888b6c4df755db055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educational explainer for non-specialist product managers learning when retrieval-augmented generation helps. Progress from the failure of memory-only answers through indexing, retrieval, grounded generation, evaluation, limitations, and…</a:t>
            </a:r>
            <a:endParaRPr lang="en-US" sz="1900" dirty="0"/>
          </a:p>
        </p:txBody>
      </p:sp>
      <p:sp>
        <p:nvSpPr>
          <p:cNvPr id="6" name="element_8c3be4ffd4eac8eedb6748d5767015b8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344557a79eb364923a7732ba128f67b8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b3fd263f588ae5aecd3ac44250cd528c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16887e88f3a9e22c59adf6c8b0a5e133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c13a1be1311817eb800b8e4aa268e70d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66153269309c868210030830935ecc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ad2d1098756fb442aeef433f71ed1f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bb2b5be77acca6d07978f4254c090738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785062486c400f5d545a7741f4088051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e5b9e9d0ab170f933de475b0339bd2de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f03ebce84e56fc9a35cc22472250f401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4075d07a192830093e60e878acd4500a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a9e3c56b0bd10c9d241cceef65cdb74c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7b594878bf0be7b9ad2cd4f2263804b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d181bd7e0cde4f59c4ab3fae9248f08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8173d9061148ac988d2ceb0b14d3af1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b8b354653535da453afe3f958f283a0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06465a67a87e578c0e830675fa45c921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fb25619bc9ed5b6b781881d2c07fcec7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940081f573c2ee8b635bd38351503b6d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16fe7b72a811119dab64a347d5a8acda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cde56e9e87a8ec6fefca047c5eae2244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9142cfb9168a8a0ec553a5267c3692c2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133eea55eefcb75e4efa1e842c68f37e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ea0436e7064342837e286487077b36a8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4d050cf95cffa594b190ebc153d8a50c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9f390cae4be19e5924f204b8a2f3a36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ffabb90489d9fc8961595560ce64c63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7012ddfe48eb346bb3faff20f0579f1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e8b8313d80bf88e1a478412d3c57f82e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4291139f6e5a04db9e5f2b16d346a08c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e48818bc983b012abaf0ffb1eec15438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ec5fb9b3154514e35e4adccbc564d0e5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322f21a4eca501b075acb22cbd28be35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c897a0bc2d7580b396f747cbbcc1f557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c897a0bc2d7580b396f747cbbcc1f557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fb5f0f50e0059efe7a2dc5cb8205ed74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337815795e6029d8fadba833a06e4d9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01f36d07ab5db624ca33c47137fa17d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8fad0b64b99678a159915e9be8e28fa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6810433c771e3c3a9134b5ff19cd027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1038f3ebbfa7a307e5bd9b792d1ba30a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29fef622ff01d279c3e3c1c8172ef46d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6b054d6f4a1158e15e926f8276f2bca4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2ec16914cf5ba92156ce4286ad06259f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d250d47132f73f55c0d4d8a9a0cf6277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39cc062ddfa5d820e1c823b80db6f92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e4d8e44f17bee01edb4b2376097b957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educational explainer for non-specialist product…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2026-07-21T23:59:28Z</dcterms:created>
  <dcterms:modified xsi:type="dcterms:W3CDTF">2026-07-21T23:59:28Z</dcterms:modified>
</cp:coreProperties>
</file>