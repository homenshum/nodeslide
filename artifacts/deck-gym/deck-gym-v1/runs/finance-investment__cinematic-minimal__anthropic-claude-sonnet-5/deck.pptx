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[source_034406568ed4834b49332bf3812b9c7f]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[source_ce3b8468ed5cef9411c486d29a5c8469]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[source_034406568ed4834b49332bf3812b9c7f]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[source_ce3b8468ed5cef9411c486d29a5c8469]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[source_034406568ed4834b49332bf3812b9c7f]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[source_ce3b8468ed5cef9411c486d29a5c8469]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[source_034406568ed4834b49332bf3812b9c7f]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[source_ce3b8468ed5cef9411c486d29a5c8469]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[source_034406568ed4834b49332bf3812b9c7f]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[source_ce3b8468ed5cef9411c486d29a5c8469]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[source_034406568ed4834b49332bf3812b9c7f]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[source_ce3b8468ed5cef9411c486d29a5c8469]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[source_034406568ed4834b49332bf3812b9c7f]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 cinematic minimal direction: fewer words, larger visual centers, deliberate scale changes, one memorable visual climax, and quiet transition beats. Keep all evidence honest and editable.
Disclaimer: Internal working material
[source_ce3b8468ed5cef9411c486d29a5c8469]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1e11e41a11900e26973c555ab4f306b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6fbb2f0ba9d17ade91f80287fe9834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3d4f986889f0340fe584ba68bc27198f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116946101ae6a11531481770c9252e4d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3cfb0d21dd305535b64e8b390aaa7100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6d51dd5d2ba93029c0ed3485afcbde06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b82167f8ff2a087656d77111dd0e4a60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882694557569c270cf91697ec3688ba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1f5097423b4e5d5d70110503e80e674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ea92b14655dd3e00dd72bfe431c52d0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4eb517a200b57c9608eec4a1b15d798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9a055ecbb62d6bcdbab74524e4169ebb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910e30ebfca372a38dd9f2f8654ea6fe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450e62ce634f2543f19ae4bb44e987c2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275211ac0aa0a53ef1afb5a36d6c4a1f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add10bb8bd330f86719442f53b6ca698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f3121548f77c3f991ee58e0525547239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0ce610199c1206df7f38398ca6753578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6586ee409076be067f56764dc7e2bcf4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6586ee409076be067f56764dc7e2bcf4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775a562feaddb53076a88bda7166cad8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775a562feaddb53076a88bda7166cad8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0136bbf74d9b7fe598971b392fc1ab43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0136bbf74d9b7fe598971b392fc1ab43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093517fca343328d3bf6254df28ba2a6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6b5a9f894ac499ad3f5d88609ae306b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0fa932b8d8fb06477dab1650255c3e3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06a0266c481a82e987aae52749306c3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0b8eff26a3b4ee5b21299922139fa400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b727ff6814c506fd15d3df5595334e16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investment-committee underwriting deck for a regional expansion. Show the thesis, unit economics, sources-and-uses waterfall, base/upside/downside scenarios, sensitivities, risks, and recommendation. Use only the supplied assumptions. Inc…</a:t>
            </a:r>
            <a:endParaRPr lang="en-US" sz="1900" dirty="0"/>
          </a:p>
        </p:txBody>
      </p:sp>
      <p:sp>
        <p:nvSpPr>
          <p:cNvPr id="6" name="element_5d4c0f83376f2372b93278cd267d521b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b5ff123729c7f269dcc23c4c5377f5b8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26eece76c445192efe553ad35ecdabd8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3ef8df1495ca475b468d6f593629f687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343faf0faf4a5d65acc7f648b72138e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fbf12b89cac6832da96ecf0eabdf65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450d002aba994c1b190648d209779e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6c88042f595cf1e3d559a29896a3735d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58ace5fff7570db1d8e46504dfe15730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19c486483c5ede62b076a3613daf1f4f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d651ae948fcd36b6766eefe247c795ee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9e70a7e817ab53f9636c20436b908508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dd22548dd3ca3cfd7c96cfb1f843753f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01b42ed64b33e5da794cef4ed086a09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93c94ebeead5b5221ad25d5fb1561b2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aaf2aa3c38a1fde4ce7064bd7726da3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212cfe25b61bf88060852eaa2555368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90fa2e45b5a90424e7490f125598f441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8135c7ac3ef06727b43fe2cd9f441205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849951705bfd8b85ca5be5d0144fd49d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8478bb6edc46fdc60e8d6d2fd1771ec1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6c8a76572b1b2a577237f3f221964fec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dcebd7ebc2c6c4f83bbea26d8e600d58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23835944154ceacd982354e254ceefdd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4166f8f0d0434aa54baaeae559060298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d6e5c9d2d3be0c24cffaf1b1351599bd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dd5cdd9429c2a14aa5cd247b0305b2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226bc0f1d8fbd8c4d1acc4e3e079da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e193e3c6fc47ebca3826c332d48389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515626645071ae797cd2bfe94a3634b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1ee60ef6294095a77214153ab7cfcd5b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e239b5c786e268570e8121e6a9ee7f6c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4ead3460faf805f74528af224e5ad4a5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4206db8ff388d7f5ac2d4bceb11854b1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82903621632e41e4fa819c806881f4ac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82903621632e41e4fa819c806881f4ac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36c628f433def63d2785d1872cef8e69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e64a8dccc5f25fabde529236b5eb33c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1df2f4f2d255624687026a0cb86a6fa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3147d79239c44166ee87c607ac24d9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b229034e29297489b4864e85628633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b6487fd68081dc228c49aa9eec7e184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b5e63497339c2fa9faa60143f59ea141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213fd14df0c2b14afe175daa01032f8e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3abb17494b58473716d1adfac4f79443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998d31e0d64b9bd5846257e3dfeb664a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93acebcbd905fa86dcb1df9ebfa67e1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2629752e6916e46ce3841ec2c145a3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investment-committee underwriting deck for a reg…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2026-07-21T23:56:45Z</dcterms:created>
  <dcterms:modified xsi:type="dcterms:W3CDTF">2026-07-21T23:56:45Z</dcterms:modified>
</cp:coreProperties>
</file>