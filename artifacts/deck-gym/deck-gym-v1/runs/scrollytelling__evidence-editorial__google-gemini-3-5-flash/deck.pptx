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[source_d24740dcecaf389734c6396a638510ba] Create a seven-slide scrollytelling-style deck for supply-chain leade… — creation brief
Citation: Create a seven-slide scrollytelling-style deck for supply-chain leaders following one shipment from booking through delivery. Each slide should advance the same journey, reveal one new risk signal, and preserve a coherent static PowerPoint fallback. Use the supplied event sequence exactly. Include an editable progression timeline, cumulative risk chart, handoff diagram, exception evidence, and final intervention decision. Do not fabricate a live interaction or animation in the PPTX. Design direction: Use an evidence-led editorial direction: restrained surface treatment, decisive hierarchy, visible provenance, and an inspectable visual argument on every proof slide. Avoid card grids and decorative dashboards.
Disclaimer: Internal working material
[source_27e7837fd14ebebe91ab8ce64e48560f] shipment-events.json
Citation: Uploaded file: shipment-events.json
[{"hour":0,"event":"booking","risk":8},{"hour":7,"event":"carrier_acceptance","risk":12},{"hour":19,"event":"port_arrival","risk":18},{"hour":31,"event":"inspection_hold","risk":61},{"hour":44,"event":"release","risk":39},{"hour":73,"event":"delivery","risk":11}]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[source_d24740dcecaf389734c6396a638510ba] Create a seven-slide scrollytelling-style deck for supply-chain leade… — creation brief
Citation: Create a seven-slide scrollytelling-style deck for supply-chain leaders following one shipment from booking through delivery. Each slide should advance the same journey, reveal one new risk signal, and preserve a coherent static PowerPoint fallback. Use the supplied event sequence exactly. Include an editable progression timeline, cumulative risk chart, handoff diagram, exception evidence, and final intervention decision. Do not fabricate a live interaction or animation in the PPTX. Design direction: Use an evidence-led editorial direction: restrained surface treatment, decisive hierarchy, visible provenance, and an inspectable visual argument on every proof slide. Avoid card grids and decorative dashboards.
Disclaimer: Internal working material
[source_27e7837fd14ebebe91ab8ce64e48560f] shipment-events.json
Citation: Uploaded file: shipment-events.json
[{"hour":0,"event":"booking","risk":8},{"hour":7,"event":"carrier_acceptance","risk":12},{"hour":19,"event":"port_arrival","risk":18},{"hour":31,"event":"inspection_hold","risk":61},{"hour":44,"event":"release","risk":39},{"hour":73,"event":"delivery","risk":11}]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[source_d24740dcecaf389734c6396a638510ba] Create a seven-slide scrollytelling-style deck for supply-chain leade… — creation brief
Citation: Create a seven-slide scrollytelling-style deck for supply-chain leaders following one shipment from booking through delivery. Each slide should advance the same journey, reveal one new risk signal, and preserve a coherent static PowerPoint fallback. Use the supplied event sequence exactly. Include an editable progression timeline, cumulative risk chart, handoff diagram, exception evidence, and final intervention decision. Do not fabricate a live interaction or animation in the PPTX. Design direction: Use an evidence-led editorial direction: restrained surface treatment, decisive hierarchy, visible provenance, and an inspectable visual argument on every proof slide. Avoid card grids and decorative dashboards.
Disclaimer: Internal working material
[source_27e7837fd14ebebe91ab8ce64e48560f] shipment-events.json
Citation: Uploaded file: shipment-events.json
[{"hour":0,"event":"booking","risk":8},{"hour":7,"event":"carrier_acceptance","risk":12},{"hour":19,"event":"port_arrival","risk":18},{"hour":31,"event":"inspection_hold","risk":61},{"hour":44,"event":"release","risk":39},{"hour":73,"event":"delivery","risk":11}]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[source_d24740dcecaf389734c6396a638510ba] Create a seven-slide scrollytelling-style deck for supply-chain leade… — creation brief
Citation: Create a seven-slide scrollytelling-style deck for supply-chain leaders following one shipment from booking through delivery. Each slide should advance the same journey, reveal one new risk signal, and preserve a coherent static PowerPoint fallback. Use the supplied event sequence exactly. Include an editable progression timeline, cumulative risk chart, handoff diagram, exception evidence, and final intervention decision. Do not fabricate a live interaction or animation in the PPTX. Design direction: Use an evidence-led editorial direction: restrained surface treatment, decisive hierarchy, visible provenance, and an inspectable visual argument on every proof slide. Avoid card grids and decorative dashboards.
Disclaimer: Internal working material
[source_27e7837fd14ebebe91ab8ce64e48560f] shipment-events.json
Citation: Uploaded file: shipment-events.json
[{"hour":0,"event":"booking","risk":8},{"hour":7,"event":"carrier_acceptance","risk":12},{"hour":19,"event":"port_arrival","risk":18},{"hour":31,"event":"inspection_hold","risk":61},{"hour":44,"event":"release","risk":39},{"hour":73,"event":"delivery","risk":11}]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[source_d24740dcecaf389734c6396a638510ba] Create a seven-slide scrollytelling-style deck for supply-chain leade… — creation brief
Citation: Create a seven-slide scrollytelling-style deck for supply-chain leaders following one shipment from booking through delivery. Each slide should advance the same journey, reveal one new risk signal, and preserve a coherent static PowerPoint fallback. Use the supplied event sequence exactly. Include an editable progression timeline, cumulative risk chart, handoff diagram, exception evidence, and final intervention decision. Do not fabricate a live interaction or animation in the PPTX. Design direction: Use an evidence-led editorial direction: restrained surface treatment, decisive hierarchy, visible provenance, and an inspectable visual argument on every proof slide. Avoid card grids and decorative dashboards.
Disclaimer: Internal working material
[source_27e7837fd14ebebe91ab8ce64e48560f] shipment-events.json
Citation: Uploaded file: shipment-events.json
[{"hour":0,"event":"booking","risk":8},{"hour":7,"event":"carrier_acceptance","risk":12},{"hour":19,"event":"port_arrival","risk":18},{"hour":31,"event":"inspection_hold","risk":61},{"hour":44,"event":"release","risk":39},{"hour":73,"event":"delivery","risk":11}]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[source_d24740dcecaf389734c6396a638510ba] Create a seven-slide scrollytelling-style deck for supply-chain leade… — creation brief
Citation: Create a seven-slide scrollytelling-style deck for supply-chain leaders following one shipment from booking through delivery. Each slide should advance the same journey, reveal one new risk signal, and preserve a coherent static PowerPoint fallback. Use the supplied event sequence exactly. Include an editable progression timeline, cumulative risk chart, handoff diagram, exception evidence, and final intervention decision. Do not fabricate a live interaction or animation in the PPTX. Design direction: Use an evidence-led editorial direction: restrained surface treatment, decisive hierarchy, visible provenance, and an inspectable visual argument on every proof slide. Avoid card grids and decorative dashboards.
Disclaimer: Internal working material
[source_27e7837fd14ebebe91ab8ce64e48560f] shipment-events.json
Citation: Uploaded file: shipment-events.json
[{"hour":0,"event":"booking","risk":8},{"hour":7,"event":"carrier_acceptance","risk":12},{"hour":19,"event":"port_arrival","risk":18},{"hour":31,"event":"inspection_hold","risk":61},{"hour":44,"event":"release","risk":39},{"hour":73,"event":"delivery","risk":11}]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[source_d24740dcecaf389734c6396a638510ba] Create a seven-slide scrollytelling-style deck for supply-chain leade… — creation brief
Citation: Create a seven-slide scrollytelling-style deck for supply-chain leaders following one shipment from booking through delivery. Each slide should advance the same journey, reveal one new risk signal, and preserve a coherent static PowerPoint fallback. Use the supplied event sequence exactly. Include an editable progression timeline, cumulative risk chart, handoff diagram, exception evidence, and final intervention decision. Do not fabricate a live interaction or animation in the PPTX. Design direction: Use an evidence-led editorial direction: restrained surface treatment, decisive hierarchy, visible provenance, and an inspectable visual argument on every proof slide. Avoid card grids and decorative dashboards.
Disclaimer: Internal working material
[source_27e7837fd14ebebe91ab8ce64e48560f] shipment-events.json
Citation: Uploaded file: shipment-events.json
[{"hour":0,"event":"booking","risk":8},{"hour":7,"event":"carrier_acceptance","risk":12},{"hour":19,"event":"port_arrival","risk":18},{"hour":31,"event":"inspection_hold","risk":61},{"hour":44,"event":"release","risk":39},{"hour":73,"event":"delivery","risk":11}]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e5e8edb2b7f659ebc3947392c4062333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d706ea28a75a6038474d1e576d91ebe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59ebf4168e5782bac0f81d44b86d07d5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4800" dirty="0"/>
          </a:p>
        </p:txBody>
      </p:sp>
      <p:sp>
        <p:nvSpPr>
          <p:cNvPr id="5" name="element_92988299e3744042dc3cb4a9ec86dd08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Decision-makers described in the brief,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ec68dd05e645de80d22c28af5b4017ef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 coherent 6–8 slide narrative</a:t>
            </a:r>
            <a:endParaRPr lang="en-US" sz="1600" dirty="0"/>
          </a:p>
        </p:txBody>
      </p:sp>
      <p:sp>
        <p:nvSpPr>
          <p:cNvPr id="7" name="element_78663d293984531812e81b8814d0863b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chart, formula, and image primitives where relevant</a:t>
            </a:r>
            <a:endParaRPr lang="en-US" sz="1600" dirty="0"/>
          </a:p>
        </p:txBody>
      </p:sp>
      <p:sp>
        <p:nvSpPr>
          <p:cNvPr id="8" name="element_94dd1af6dbaaa440144d9f4e19a19ba4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Validation passes before presentation or export</a:t>
            </a:r>
            <a:endParaRPr lang="en-US" sz="1600" dirty="0"/>
          </a:p>
        </p:txBody>
      </p:sp>
      <p:sp>
        <p:nvSpPr>
          <p:cNvPr id="9" name="element_6f3ea3f1f89587c44bb417b9f0ab7542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6b6804eebcca78e555e6ee58dad2316c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459c9ddcfe3d54989760befaa5a38e50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ec4301cf9ad9f1265740c7055ea1588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0726526ef09393da64d33622360f9836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1e8a864a618d994a6529f4c0f372bac3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700" dirty="0"/>
          </a:p>
        </p:txBody>
      </p:sp>
      <p:sp>
        <p:nvSpPr>
          <p:cNvPr id="6" name="element_8a06fc697f12e1b4475357df9de858a1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84b2e1d12d26916619b992ba1a60c974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73ad7350b79042b870eab83d0b1601ec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0c66366c377686e22c958e7c5f2c4694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3616d8ec6310cdeb74d830d5a39935a9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11a70df56a4c4c6e06cf8c19dcc638db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11a70df56a4c4c6e06cf8c19dcc638db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3" name="element_17ada95126c28c650e59972fa44ecce1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17ada95126c28c650e59972fa44ecce1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5" name="element_20de2bb18e5958058e0a88888cd98024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20de2bb18e5958058e0a88888cd98024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7" name="element_e606267d718c10a351a9b5a3f368bf4d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9022fee1ca2a6ae777361775c140fd10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7efb4d436bd102b3f24edb0e29a05d62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cc54896abd6ee0ee511b02aad68fa6b3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7f026bd9a16afbedc2417e5117602eb2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88adfca36e8ba5b6e63e27fd8da4032e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seven-slide scrollytelling-style deck for supply-chain leaders following one shipment from booking through delivery. Each slide should advance the same journey, reveal one new risk signal, and preserve a coherent static PowerPoint fallback. Use the s…</a:t>
            </a:r>
            <a:endParaRPr lang="en-US" sz="1900" dirty="0"/>
          </a:p>
        </p:txBody>
      </p:sp>
      <p:sp>
        <p:nvSpPr>
          <p:cNvPr id="6" name="element_1dc9d234edd9722078e2463d8b0e55ae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309399df5087ec4ef0c222f10e577c26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2396671637e7c0d0f544dc1518bd8a48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a7b41ec3de5bc1b57c12d84f3f3a5ed2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54727ee79a6bdd9e4b465ecf85d2a104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32ebaacba73c6ba8400ee92a7f0dacb8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a8ad5b9621e10762b1e2477445469235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8a42f64a982fa9e4f1fe34a2f9ca3913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dc1b14a4465724928b0b5bd78191fb23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87534b1d3cf32f4b10a86d17d3c5426d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c9f0e0a9a67b71619385b767ba9d185f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16b09e67842bff861ddcb5d5cd9fd8d4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8741f7d45d23d3b098f3359eedc7e5b3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0" name="element_e7500ff1158426472c9722b43ec4dc6d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d766f8578ebce5e2ff64075df4bf4765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3b5ee90e9e860f0622bdb1d7f92eb554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74469058e628696b530ac3a39579da6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5219dea4f112440aa1e7fb4850fe99a5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b54c1d9ac2e631be3ec8d67f007290ad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8cf04642e9d83bb5d86cc26ecb79b756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1fc2032eee02b7141afd28538a5d22bc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2eae9609fba3adab45d384b41c707ec0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61515fbef529f6b351a804b52fba91ab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c5dc8c053d6824fad0060d0f6cd60896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1" name="element_566a2c6bd8dcc2e64f727372fd049964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c218131bc31afd75fa3293b5217f443a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3aa2a4dd7aa9ecea089ec924849dc6e5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e512b56ad4545828852313d3a7ac4be0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a8d6439d2caeda0c375887028871fe4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97012a3452e9c7407b774024642a06af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262133c8745431663f57956891784df7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b28c2a529013eb781928d58a83e5fab1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4d9b3941a25190690e3b937010d5c50c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5537f25e2f6fcd32cdbd8ceb909bfa62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65f9d57933014802c7430efb9b2af612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65f9d57933014802c7430efb9b2af612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1" name="element_f2399a750b247dcd38526e68b2cb936d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e951b75ade74cd65666a6c49ca8c9234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bdab30895b4c4617828497e6e850176f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4e63f9423cfb3b8c1c4d15b44e2ef8c4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9ce70c954ca40115bff8aab06f95467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c6382855c102f0e2890b23d171d19a9f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800" dirty="0"/>
          </a:p>
        </p:txBody>
      </p:sp>
      <p:sp>
        <p:nvSpPr>
          <p:cNvPr id="5" name="element_656b1d0cd5299e1b8672804beb87f74d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Decision-makers described in the brief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4bfa63e3ff7062ce89ca799a7987daa6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9bc1544613c0a23f527b6a6788910efa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419f266d11707eec9319958ced552cea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ccebac3baecf266d65ee6d0e3307a84a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6c1b3444f2645449e328a6fd7b69e541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seven-slide scrollytelling-style deck for supply-chain leade…</dc:title>
  <dc:subject>Create an editable, reviewable presentation from this idea</dc:subject>
  <dc:creator>NodeSlide</dc:creator>
  <cp:lastModifiedBy>NodeSlide</cp:lastModifiedBy>
  <cp:revision>1</cp:revision>
  <dcterms:created xsi:type="dcterms:W3CDTF">2026-07-22T00:01:35Z</dcterms:created>
  <dcterms:modified xsi:type="dcterms:W3CDTF">2026-07-22T00:01:35Z</dcterms:modified>
</cp:coreProperties>
</file>