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[source_e9b1bfe7ecd094bf98c824519302af19] Create a seven-slide educational explainer for non-specialist product… — creation brief
Citation: Create a seven-slide educational explainer for non-specialist product managers learning when retrieval-augmented generation helps. Progress from the failure of memory-only answers through indexing, retrieval, grounded generation, evaluation, limitations, and a practical decision checklist. Include a progressive editable diagram, a simple timeline of one query, an analogy, and a final summary. Keep technical terms defined in plain language. Design direction: Use a cinematic minimal direction: fewer words, larger visual centers, deliberate scale changes, one memorable visual climax, and quiet transition beats. Keep all evidence honest and editable.
Disclaimer: Internal working material
[source_9a1b149c97d9e16f2116a3df6d7a321c] rag-facts.md
Citation: Uploaded file: rag-facts.md
The benchmark definition is: index approved documents, retrieve passages relevant to a query, provide those passages to the generator, and evaluate whether claims are supported by the retrieved text. Retrieval does not guarantee truth and can return irrelevant evidence.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[source_e9b1bfe7ecd094bf98c824519302af19] Create a seven-slide educational explainer for non-specialist product… — creation brief
Citation: Create a seven-slide educational explainer for non-specialist product managers learning when retrieval-augmented generation helps. Progress from the failure of memory-only answers through indexing, retrieval, grounded generation, evaluation, limitations, and a practical decision checklist. Include a progressive editable diagram, a simple timeline of one query, an analogy, and a final summary. Keep technical terms defined in plain language. Design direction: Use a cinematic minimal direction: fewer words, larger visual centers, deliberate scale changes, one memorable visual climax, and quiet transition beats. Keep all evidence honest and editable.
Disclaimer: Internal working material
[source_9a1b149c97d9e16f2116a3df6d7a321c] rag-facts.md
Citation: Uploaded file: rag-facts.md
The benchmark definition is: index approved documents, retrieve passages relevant to a query, provide those passages to the generator, and evaluate whether claims are supported by the retrieved text. Retrieval does not guarantee truth and can return irrelevant evidence.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[source_e9b1bfe7ecd094bf98c824519302af19] Create a seven-slide educational explainer for non-specialist product… — creation brief
Citation: Create a seven-slide educational explainer for non-specialist product managers learning when retrieval-augmented generation helps. Progress from the failure of memory-only answers through indexing, retrieval, grounded generation, evaluation, limitations, and a practical decision checklist. Include a progressive editable diagram, a simple timeline of one query, an analogy, and a final summary. Keep technical terms defined in plain language. Design direction: Use a cinematic minimal direction: fewer words, larger visual centers, deliberate scale changes, one memorable visual climax, and quiet transition beats. Keep all evidence honest and editable.
Disclaimer: Internal working material
[source_9a1b149c97d9e16f2116a3df6d7a321c] rag-facts.md
Citation: Uploaded file: rag-facts.md
The benchmark definition is: index approved documents, retrieve passages relevant to a query, provide those passages to the generator, and evaluate whether claims are supported by the retrieved text. Retrieval does not guarantee truth and can return irrelevant evidence.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[source_e9b1bfe7ecd094bf98c824519302af19] Create a seven-slide educational explainer for non-specialist product… — creation brief
Citation: Create a seven-slide educational explainer for non-specialist product managers learning when retrieval-augmented generation helps. Progress from the failure of memory-only answers through indexing, retrieval, grounded generation, evaluation, limitations, and a practical decision checklist. Include a progressive editable diagram, a simple timeline of one query, an analogy, and a final summary. Keep technical terms defined in plain language. Design direction: Use a cinematic minimal direction: fewer words, larger visual centers, deliberate scale changes, one memorable visual climax, and quiet transition beats. Keep all evidence honest and editable.
Disclaimer: Internal working material
[source_9a1b149c97d9e16f2116a3df6d7a321c] rag-facts.md
Citation: Uploaded file: rag-facts.md
The benchmark definition is: index approved documents, retrieve passages relevant to a query, provide those passages to the generator, and evaluate whether claims are supported by the retrieved text. Retrieval does not guarantee truth and can return irrelevant evidence.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[source_e9b1bfe7ecd094bf98c824519302af19] Create a seven-slide educational explainer for non-specialist product… — creation brief
Citation: Create a seven-slide educational explainer for non-specialist product managers learning when retrieval-augmented generation helps. Progress from the failure of memory-only answers through indexing, retrieval, grounded generation, evaluation, limitations, and a practical decision checklist. Include a progressive editable diagram, a simple timeline of one query, an analogy, and a final summary. Keep technical terms defined in plain language. Design direction: Use a cinematic minimal direction: fewer words, larger visual centers, deliberate scale changes, one memorable visual climax, and quiet transition beats. Keep all evidence honest and editable.
Disclaimer: Internal working material
[source_9a1b149c97d9e16f2116a3df6d7a321c] rag-facts.md
Citation: Uploaded file: rag-facts.md
The benchmark definition is: index approved documents, retrieve passages relevant to a query, provide those passages to the generator, and evaluate whether claims are supported by the retrieved text. Retrieval does not guarantee truth and can return irrelevant evidence.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[source_e9b1bfe7ecd094bf98c824519302af19] Create a seven-slide educational explainer for non-specialist product… — creation brief
Citation: Create a seven-slide educational explainer for non-specialist product managers learning when retrieval-augmented generation helps. Progress from the failure of memory-only answers through indexing, retrieval, grounded generation, evaluation, limitations, and a practical decision checklist. Include a progressive editable diagram, a simple timeline of one query, an analogy, and a final summary. Keep technical terms defined in plain language. Design direction: Use a cinematic minimal direction: fewer words, larger visual centers, deliberate scale changes, one memorable visual climax, and quiet transition beats. Keep all evidence honest and editable.
Disclaimer: Internal working material
[source_9a1b149c97d9e16f2116a3df6d7a321c] rag-facts.md
Citation: Uploaded file: rag-facts.md
The benchmark definition is: index approved documents, retrieve passages relevant to a query, provide those passages to the generator, and evaluate whether claims are supported by the retrieved text. Retrieval does not guarantee truth and can return irrelevant evidence.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[source_e9b1bfe7ecd094bf98c824519302af19] Create a seven-slide educational explainer for non-specialist product… — creation brief
Citation: Create a seven-slide educational explainer for non-specialist product managers learning when retrieval-augmented generation helps. Progress from the failure of memory-only answers through indexing, retrieval, grounded generation, evaluation, limitations, and a practical decision checklist. Include a progressive editable diagram, a simple timeline of one query, an analogy, and a final summary. Keep technical terms defined in plain language. Design direction: Use a cinematic minimal direction: fewer words, larger visual centers, deliberate scale changes, one memorable visual climax, and quiet transition beats. Keep all evidence honest and editable.
Disclaimer: Internal working material
[source_9a1b149c97d9e16f2116a3df6d7a321c] rag-facts.md
Citation: Uploaded file: rag-facts.md
The benchmark definition is: index approved documents, retrieve passages relevant to a query, provide those passages to the generator, and evaluate whether claims are supported by the retrieved text. Retrieval does not guarantee truth and can return irrelevant evidence.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27c6d94991d791e46437f4421aa5db07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6c9067b3953596d8d41761d664570ec3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c107724fd60f8b9159d32f7357f22066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aab6976993f0f9e0258835eced630177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782207388e644b69fad5f61456ae8a80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ccd7940cdeea77943a6adb5a320aeb9c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2d2bf60f43f15b8178d02df2457c556b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18961ae7fa6ee557d716a81f4b155b2b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427a0e0f08ca8811777db49263e0c65a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462634a1e2c01b2d63c48be214f4819c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fdf379c0216fdffed7aa4d04a1957040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2cbe11fd08182bbd2e10b6cff9f9418e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5755f2dda05795fb656dea5291d26502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0a705f3db7972b06a69471a71aa91dc2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8c27224125cb863ee5655c60cd0a4bf6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bbd3214c1c9f16a8517431c2b41c17d1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19dabec4f9f1fbe032a37142f23d9801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089fe4f9df9e4f6176cb5f1a7291a576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c0ad4793490b6b0adcc9f7520b13d686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c0ad4793490b6b0adcc9f7520b13d686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72149142bbc6ad5e8368a1e3c6986ddc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72149142bbc6ad5e8368a1e3c6986ddc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9b481450ca37aa23807a5d67b9227751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9b481450ca37aa23807a5d67b9227751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63ba61654ae4cce139ae889933f060ae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16cb8213db54ea1ccbf33354cd966d39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bdd0a70219db09339596c45ce4badae5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77be641af528ab65608993e9c7e49d2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7bf9475a20d3068d8bd211595f4b5851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28ace9e383bcb1c92beb9e655901094e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seven-slide educational explainer for non-specialist product managers learning when retrieval-augmented generation helps. Progress from the failure of memory-only answers through indexing, retrieval, grounded generation, evaluation, limitations, and…</a:t>
            </a:r>
            <a:endParaRPr lang="en-US" sz="1900" dirty="0"/>
          </a:p>
        </p:txBody>
      </p:sp>
      <p:sp>
        <p:nvSpPr>
          <p:cNvPr id="6" name="element_cc81b383cf67228a3599e55943b12920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9664045f8ea948bf85ef37047842893d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144d54c75fde1b998ce0a7f5d6bb8df3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c15407a7f4fe29eecc69375da2ecb033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19c70dbd6f776315f7771ad29dd80e5b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3c4cbf2f40fc9da4a021c078eb310719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d60ad201d50e633ac155ed7a97ac331f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9597d52c61f45993ed6f789fb93482d0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b73f3540d1794d1a482aad1673243f8e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14ea45923df9af310a1dabccddedf11b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30f3549ef3ef5c0e548fcacbd0091e15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618ae48c9abba8b9b08381620403fe69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92b8072ebc466415d9318800eb683382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61cbbf5a396653e2f08f28ce0c663bd1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ff4ceb5ec331a970b638bfcef512c9d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16cd3899e2dd46fe0d26c08da75130e0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0811749c642c276051b0f9c3de92044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6ed4f57f98e74055737be4f5894df1f7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5a62f5a56e3d056de1faa1c31e67b0b6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0f861b9640231350bcc56bf7d8e5e470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13fc1d7bc6772747a280b094d79a482f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dd55deb627bcde314dac935dc5996de1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581ae6e72cbb271a0004e3c6cd959c12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a06ee9bf0ea25a8b82441fabda035c30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32f67b6d798e0bb8bbcf18b0ac170c5b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b46cdd1e2fc6ca83d35d21cd899e097b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8236bed762f1487a0338f7476aa8c6dc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a3567cf0a285aa9ba605fde8be10e6c8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643e547942441f3fc242926d7ad4b6c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ca197dce03d92996bfaa3fa5a2935fb6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f5dfbfbb94ec3d86eca4444ca82056eb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2773e60dcfa00bf36a08673c3b73bd9f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d692db6798ab5357aa5a7bc91109f731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d722343a5ba5863fc9324c068affb0ae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6394f6755e7ddf2e425f43a19583b4fa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6394f6755e7ddf2e425f43a19583b4fa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cf43f788463966fb8f7ac52614d8fd38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c5268ef81f221616bfc0275dd79c5936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e4361935d1e528d08b54f00bb5705b53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6f6a64d78832dd4d7c47cc34a3f733f2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d582dea6445ed9ec9ba3d247975f6e9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99d3ba7a216c9567a388e6c358c052af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88b55c0a50194fd5c004748b4cdb74d8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bc4e266d0efae15c3f3bb7a27f3b56c3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9bf91ed7afe91a31edf1274085d7e5d2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8e83fdf5d1b35a3addf056a053d438cf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3ff7ad287820b52765ac8fb34f9cd80c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4fa02db79b9fde05658831013b3e2979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educational explainer for non-specialist product…</dc:title>
  <dc:subject>Create an editable, reviewable presentation from this idea</dc:subject>
  <dc:creator>NodeSlide</dc:creator>
  <cp:lastModifiedBy>NodeSlide</cp:lastModifiedBy>
  <cp:revision>1</cp:revision>
  <dcterms:created xsi:type="dcterms:W3CDTF">2026-07-21T23:59:13Z</dcterms:created>
  <dcterms:modified xsi:type="dcterms:W3CDTF">2026-07-21T23:59:13Z</dcterms:modified>
</cp:coreProperties>
</file>