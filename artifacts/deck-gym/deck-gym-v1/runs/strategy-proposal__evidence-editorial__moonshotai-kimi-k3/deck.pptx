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[source_a296b842012a7a46fab75a0f489ecdbf]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[source_3d7f1bf98e797b8462e74bf1bb5c08fa]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[source_a296b842012a7a46fab75a0f489ecdbf]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[source_3d7f1bf98e797b8462e74bf1bb5c08fa]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[source_a296b842012a7a46fab75a0f489ecdbf]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[source_3d7f1bf98e797b8462e74bf1bb5c08fa]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[source_a296b842012a7a46fab75a0f489ecdbf]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[source_3d7f1bf98e797b8462e74bf1bb5c08fa]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[source_a296b842012a7a46fab75a0f489ecdbf]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[source_3d7f1bf98e797b8462e74bf1bb5c08fa]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[source_a296b842012a7a46fab75a0f489ecdbf]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[source_3d7f1bf98e797b8462e74bf1bb5c08fa]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[source_a296b842012a7a46fab75a0f489ecdbf]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[source_3d7f1bf98e797b8462e74bf1bb5c08fa]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1c94abd8a1ae84a3054728a5da551cd7"/>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1284a947ff594633b3829c816f3b376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a0721a1a7d0c08a07dc9f05343cf6943"/>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08c71b15e26d6fd9cf6e33792fe4bb96"/>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eef48d2de1fe526c9b068504c74148b4"/>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698350594ea50bb88771345af1f36d0b"/>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3ee2bed1cd827630f4ff6822fc5525b1"/>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13a20e1fa8a81e19f2c796e5a39a84f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24afb37cf5e081225f4be7d7bd8b961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d3c27915a56f9c37601a40e4547a7d21"/>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459e6c33b58d4c47dcdd87eb8efc311c"/>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451e6d83c02e78bcc78b09e5f68d1613"/>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8d54a57a8d2ec3024bbbba99f7df0252"/>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53fa0bca6f6da0177bbdd4f8c42fe1e5"/>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a587a5b9b71140428811d20794049371"/>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6c9d37fe8bca09ce90c013343073b09d"/>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306c51f7100a2ad9e29864822e415e2b"/>
          <p:cNvSpPr/>
          <p:nvPr/>
        </p:nvSpPr>
        <p:spPr>
          <a:xfrm>
            <a:off x="7019978" y="4375404"/>
            <a:ext cx="243834" cy="164592"/>
          </a:xfrm>
          <a:prstGeom prst="line">
            <a:avLst/>
          </a:prstGeom>
          <a:noFill/>
          <a:ln w="25400">
            <a:solidFill>
              <a:srgbClr val="7566A8"/>
            </a:solidFill>
            <a:prstDash val="solid"/>
            <a:tailEnd type="triangle"/>
          </a:ln>
        </p:spPr>
      </p:sp>
      <p:sp>
        <p:nvSpPr>
          <p:cNvPr id="10" name="element_f1ff6f00c371fc2f04480b6580a28f4c"/>
          <p:cNvSpPr/>
          <p:nvPr/>
        </p:nvSpPr>
        <p:spPr>
          <a:xfrm>
            <a:off x="9194977" y="4375404"/>
            <a:ext cx="243834" cy="164592"/>
          </a:xfrm>
          <a:prstGeom prst="line">
            <a:avLst/>
          </a:prstGeom>
          <a:noFill/>
          <a:ln w="25400">
            <a:solidFill>
              <a:srgbClr val="7566A8"/>
            </a:solidFill>
            <a:prstDash val="solid"/>
            <a:tailEnd type="triangle"/>
          </a:ln>
        </p:spPr>
      </p:sp>
      <p:sp>
        <p:nvSpPr>
          <p:cNvPr id="11" name="element_1558e66fe15b4a24e3fd069a3b2e3606"/>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1558e66fe15b4a24e3fd069a3b2e3606: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f30563d0b2b1f8a0be331a8c2c82e131"/>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f30563d0b2b1f8a0be331a8c2c82e131: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bdf2f49f4d8ff73becabe39e86c3749b"/>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bdf2f49f4d8ff73becabe39e86c3749b: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13231c767a7d18eaa348aa37dde280db"/>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6cea6f52b332e5e0197d69a6862bcac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5d6da8d75e0a11fa5835dd72081f33be"/>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f2022aa182980e0c131b5eeda4c7dd30"/>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34dc59c7c48ac8622a9bef644eb0dcce"/>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7bcd3aa89d32547458aaea8739e87f49"/>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strategy proposal for product and go-to-market leaders selecting an AI support market-entry wedge. Frame the market tension, compare three segments, show capability fit, sequence the roadmap, surface risks, and recommend one option. Use t…</a:t>
            </a:r>
            <a:endParaRPr lang="en-US" sz="1900" dirty="0"/>
          </a:p>
        </p:txBody>
      </p:sp>
      <p:sp>
        <p:nvSpPr>
          <p:cNvPr id="6" name="element_a22acedc1473d0e6daa74834add732da"/>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90f0d0f9e3b70ede45f615899bf75d51"/>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26e4c7f36f33b9eca1f9615ad484857d"/>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84a4f8255929f1324bdd3657f88e39c6"/>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d1f7e1dc947917cfd910256f3552a861"/>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833f01be66ecadafebdc166bdc6d5a6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03f83e86b7a56d7dfe9f169abf243e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e14065b97051540e9b00335ef31305a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6567780e4fc8119c73e4cf33b9f35435"/>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e4fb6fed2096c5f80bc33a98449494b5"/>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ddcc877409b5078952cf3aaff0ed7156"/>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209c2c8ca279fc8c5c0b451b019f272e"/>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7bc72292a2a89b018ff8f20216a07fed"/>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360f5935a424ffad59db294de312ef6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2c250fc513adce9314189039cfa0e70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0ebd9985f2c30d5f05fcc6977964f4ee"/>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84b5ae64c02fd97acd2a1827ec08a74b"/>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89e50196cc08f58c1014ffc0cdb91868"/>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62b9292a84a946a9b014a6152e347399"/>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46c3a4409361a85cabea4ef5b77e562a"/>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ef9e3c62630bae2b535be3d14a13cc23"/>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58b262f00cdd74b9ccdbfc69f2335f96"/>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fa2c654f680839154285f72d3dd93cee"/>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1b0e620b6b74c0917f8637498ea78013"/>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b75d60b1649395e643aee4f3d3fa76e9"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fe5e47b60e9918280a68f985c51dc259"/>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17e01600707586366446aa2be29018c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4c5ed2baf72531f98224328063b1f43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4b28a719d977d76bb84b35d3a9568d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728ee6ced1fb01e325b0d2fe9d3bb6f4"/>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e237206dbba02682b260d0f1e7262b2e"/>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207219c82d4b3e4b1ec41e2324ac67a4"/>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82d3d0d1c8cd378dc34d37ec00ea5c4d"/>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9d38ec05512003269fd6877cd8849347"/>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5613c13ee2a726648c91f32c5c31c013: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5613c13ee2a726648c91f32c5c31c013: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bd9383a530b9d159524d824d1ec20b27"/>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1d6ac6b92f648a53f9fa59f0723fab9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f640c7f5d8a1c672287f1f0bc011482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b6f1b9189359d05c34da1caf89e6957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b300f3382735b79505cd5052b0550525"/>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6561d64b047e7f7d7e6e47bd96ebff90"/>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9ab89a00581a11f2dd5c8b3a275ae3d8"/>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0ca6cbe6d9200104be43545f7fe7b822"/>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af807de06eb816dedf8a119ddd316c31"/>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543a5c5cc9b1ce316c162d6d678fa120"/>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f4e9e4a8ba7b970f17b91e4fd468f28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ed0feca7257eb6bcd1072230b9ab6f5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strategy proposal for product and go-to-market l…</dc:title>
  <dc:subject>Create an editable, reviewable presentation from this idea</dc:subject>
  <dc:creator>NodeSlide</dc:creator>
  <cp:lastModifiedBy>NodeSlide</cp:lastModifiedBy>
  <cp:revision>1</cp:revision>
  <dcterms:created xsi:type="dcterms:W3CDTF">2026-07-21T23:57:51Z</dcterms:created>
  <dcterms:modified xsi:type="dcterms:W3CDTF">2026-07-21T23:57:51Z</dcterms:modified>
</cp:coreProperties>
</file>