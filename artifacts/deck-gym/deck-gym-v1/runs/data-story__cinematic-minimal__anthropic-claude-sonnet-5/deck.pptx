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[source_73ba19688a928efb9e3872ebd3772ad7]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[source_aa406fe41e80b6251749dd717109d61e]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[source_73ba19688a928efb9e3872ebd3772ad7]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[source_aa406fe41e80b6251749dd717109d61e]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[source_73ba19688a928efb9e3872ebd3772ad7]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[source_aa406fe41e80b6251749dd717109d61e]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[source_73ba19688a928efb9e3872ebd3772ad7]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[source_aa406fe41e80b6251749dd717109d61e]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[source_73ba19688a928efb9e3872ebd3772ad7]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[source_aa406fe41e80b6251749dd717109d61e]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[source_73ba19688a928efb9e3872ebd3772ad7]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[source_aa406fe41e80b6251749dd717109d61e]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[source_73ba19688a928efb9e3872ebd3772ad7] Create a seven-slide data story for city mobility planners deciding w… — creation brief
Citation: Create a seven-slide data story for city mobility planners deciding where transit recovery needs intervention. Use the monthly ridership series exactly. Build a cumulative narrative from system recovery to route divergence, weekend weakness, service reliability, and two actions. Include multiple editable chart forms with annotations, one small-multiple comparison, and a clear final recommendation. Do not invent causes not supported by the data. Design direction: Use a cinematic minimal direction: fewer words, larger visual centers, deliberate scale changes, one memorable visual climax, and quiet transition beats. Keep all evidence honest and editable.
Disclaimer: Internal working material
[source_aa406fe41e80b6251749dd717109d61e] ridership.csv
Citation: Uploaded file: ridership.csv
month,rapid_bus,local_bus,rail,on_time_percent
Jan,72,61,68,81
Feb,74,62,70,82
Mar,79,63,73,80
Apr,83,65,76,78
May,87,66,79,79
Jun,91,67,82,77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6c11b364872d2039de477a5c9eb57681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37c0e08813af3bbe22081496047e53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c17c6a913855ffbeee582fc1ecc36d8b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1e3f62c47527dfa33be94459610e754e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56199bc5ab79940246a9916e44a30f00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e689f73f79228375b3f73a93063137ee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8936aa3992a45c904a38fffc0b2055ce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3531661a48733ec94c485c97cf8ad06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17ff554b35552430e39b4a8b6c983b1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c5d4cdaa5e6b4675c79444676ca0d46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6618982bbce84854553a901c1ccb76a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ec9f4d79cff0cf9c9f1c1a67cdd5e87d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a9db2533d949c8c6da9ce40f3f2557a2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3b238f0de28cf9db2f42afea6124e02b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cd97f6161d8c1236363f88c6965d7ae8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6cbcfc70fcbff644cf0adef2fcdd23ee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3ff5044f951a5e5beaac2a9b9badcfa4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fdb55a3902eb61fef2912a42cb3b8b96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f64fffae2991aa9b0e80cc5c01ee4249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f64fffae2991aa9b0e80cc5c01ee4249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c2cc430bd89fb041161f02efa55db8e4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c2cc430bd89fb041161f02efa55db8e4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9d2359bf73f7bc5c8903c875d4f7ce5d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9d2359bf73f7bc5c8903c875d4f7ce5d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dc87b6d98814ca21f247b6f4a893ec08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340b9c2676198832a14ef2d3f785a2a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a2387f91851d3327f46bbf0f5e8718ed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9446090b2a028ff85dbbbf9dcfbabc3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0848f5ef63022f58529195f98366afc6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dd0bfe840d3d54b65202c4be026b5a39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data story for city mobility planners deciding where transit recovery needs intervention. Use the monthly ridership series exactly. Build a cumulative narrative from system recovery to route divergence, weekend weakness, service reliabili…</a:t>
            </a:r>
            <a:endParaRPr lang="en-US" sz="1900" dirty="0"/>
          </a:p>
        </p:txBody>
      </p:sp>
      <p:sp>
        <p:nvSpPr>
          <p:cNvPr id="6" name="element_ce303719fcffead4f6a433ef80d00c3b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2d249f2139611ed75300a6217279e221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3dbb05967589f8cf00e953adab631d3f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9c8ebd1b07ed6057a8813a8119202053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43d7cd38cd06ce9205b64e572cd14c0d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9dd5fb9e2c49e16ca84ef075ff42df0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6315cede82b6e0772fd13e9bb413df7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946c9ab6748226bd1266b93a3a8415e9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32be37fd0f5d3fb02fca4eeda9ced6f0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6c8d5032aa7403a7c65062b5c966fd50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95d841b0c430a38d58a09bde42a26044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297e9e7803774ff47eed7b4e5a2628c7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214a7bc68ff1a330c420413f070e5771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76f2bfd407f049029c74ad659e9ebd7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1601ec45992e228bfa48030c35fc7b3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eebf35fcdd4266239a2970b7603c9de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fd9b93c61ea1163a96f0022f80cbc8d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b3c0f7bfc49133af7265170857d804d5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8ef89b9904038806e2b0cb89d5d92685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43c18a67b3b37738dfe02854fab4d86e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343a44c391b70c5ada686732b06a44bf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c2f7994befe52d2caa57850c26628e30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fd9928473a2c0ab2fff5a1b23afef751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eda577555b6393af0b62dd830f4056e8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ce547cd59f04ddb7126d933e51ae08a9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eb876e3bdcb84d1b3e099f8c21a4099e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33a99a619f48661561abf9a72e96b69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0ffdd377f964e57f222ad75fa901d53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aec6708983da5b6a42dfb9766a41e06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ec3c0902052dfbfdc0a968d2d44f0d1d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29c732451450640e75c5f0a339026cf6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356370a9ffc17dadfb00e8ae8c59fbcd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638043eb57a9219f757d2f9867ddc900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5dff1fc74b50b009a4f5aca0d82f44d2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334b91875297a80ed0ccc0608acee485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334b91875297a80ed0ccc0608acee485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5464035b8f83eb219288ba36f144b33a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9227134cd702e2d5022d9264deb1445b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8b5374ea6d9c242d3de4040bf6493af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20554070830684f4426ccfdb25da771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a274d3e7e3949931f7a80fdb357dd64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b8fb14c44a999e9580034a9b0e2c5747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364cd58278f763b81a9339d6bed7e474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88093dbf65317b72d8113c84f2edc105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83fe623debe541b5dcad617438405bdf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b42cb07661c247bc805707ee90fa6ef2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eccf017a6c8f0ee3c31e86c15a74a70e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b160b100df0df71339005184b1f1158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data story for city mobility planners deciding w…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2026-07-21T23:57:44Z</dcterms:created>
  <dcterms:modified xsi:type="dcterms:W3CDTF">2026-07-21T23:57:44Z</dcterms:modified>
</cp:coreProperties>
</file>