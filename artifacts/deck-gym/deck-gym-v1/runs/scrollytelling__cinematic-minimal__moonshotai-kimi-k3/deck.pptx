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[source_7d721656c44967f8e4adc01015238c7c]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[source_c5e6d878b7f718c03681fa16aa079baa]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[source_7d721656c44967f8e4adc01015238c7c]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[source_c5e6d878b7f718c03681fa16aa079baa]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[source_7d721656c44967f8e4adc01015238c7c]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[source_c5e6d878b7f718c03681fa16aa079baa]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[source_7d721656c44967f8e4adc01015238c7c]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[source_c5e6d878b7f718c03681fa16aa079baa]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[source_7d721656c44967f8e4adc01015238c7c]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[source_c5e6d878b7f718c03681fa16aa079baa]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[source_7d721656c44967f8e4adc01015238c7c]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[source_c5e6d878b7f718c03681fa16aa079baa]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[source_7d721656c44967f8e4adc01015238c7c]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[source_c5e6d878b7f718c03681fa16aa079baa]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9c69ddf9ea156ede3ff01ae3ce33c5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585918a985d601eecde99f38086513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b4a0c220f7f61b1430f1bd0146667a51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9a4d1ef2404dcc8618e39c57771e5eaf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e62ed76d339b15c7cdaaf0d8a338503c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1c7e9138d540b911627f9411f0e33d08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92c0e42a3e720c447634eaf48f8955b9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c591cdbb58948892df121682526f0de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76411abdd0fdda9cef731d62bfcb26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151ab232ea015740d4f9afbbecdf8cf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5a1a7b6c09634a2b609dcda05a83646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18d51154d6cce2547131fe26edb7aeb6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b4f3f693b7da75ab3ef9b58e1e4280f4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13593a927f671d95561b860317e66964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32a475a852ef0541a261692ae4bde752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c35fe678740879647a5808a6ed054bd6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aa27598bacf0b46a0834455853772311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bdbd27e0c249284c91c41db2f146fdf9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5bb6822002e6838d03ce2c925efe6624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5bb6822002e6838d03ce2c925efe6624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36702e92fca5b95f8232fbeb85fd0d50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36702e92fca5b95f8232fbeb85fd0d50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1c4864782f364dc7962a3c1619e044f2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1c4864782f364dc7962a3c1619e044f2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b4fc399cf2e6dffef2d7763a78f5c5e6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e1da94bd627a5fb7917e81169576379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6315691ae37e3bb947469f67d535879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770756fa311489491d33fc9cd4dd0b3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e1fe2dbb955e008fece59bea20f6963b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9b11deebebe6229c5cb7f2b3624c32f3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scrollytelling-style deck for supply-chain leaders following one shipment from booking through delivery. Each slide should advance the same journey, reveal one new risk signal, and preserve a coherent static PowerPoint fallback. Use the s…</a:t>
            </a:r>
            <a:endParaRPr lang="en-US" sz="1900" dirty="0"/>
          </a:p>
        </p:txBody>
      </p:sp>
      <p:sp>
        <p:nvSpPr>
          <p:cNvPr id="6" name="element_d608634652ca7da3bec2745ba90b0f9a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4136db489a1c9430b1474dd53c220fae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0ea8833865c016390b1b108ee17892d4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e6600934d41d2d8da759cf8ef2ad5b3b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4310aea33ab9baaa6297a8bad49b7b75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d0565649154efe915bd4f62b79ad5c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644ac1cd9b31218e0956bd2a178797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2150569bb65ca3aaefbd21b33dc82f61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a7adc527d01ca1156f98bcf607921b43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6df85f2f2b9dbe6b911263b4cef2e328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95afb39a82e0bca1cdc860ad27faff2f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d68b4be4456bec4ffde28f1d99c59c1c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b58cd776bc1296f66ac97aa4b2565a5d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49a9dede827504ad7b9a8e145ad7012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6bffef4f09184f693321d4d644a725b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a923f0e13b17f650b505ccdc04c9cf0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9f5289fc878008523ae49d969a82b31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fd8f1275df4b58fe0abbfe901f8e1920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72e845c36ef968b4d0db827c6325646e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e0bb882ebe541e746b33b646adff3383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9cca9ed33d3e54581b1e8d60a889e80c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588b5771f117ee731adf03b9dde08352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d6e7055b58df834173299954c8da0d31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2376c3a46a23672eaeaeec03c3de8cbd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d79d39034a41ee7ea9a37843b97a6095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6e3c54f0b61d9ed04212fccc2ca75dec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cceb93acfe79633b8342011759aa27d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35c50028263ff3ef5e44b64dfbf126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15b5d0bc43eed48af546a1b0e18c56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9d98b2df27168887b430f91f98bb978e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0d929784d603df0b670e7d2de4ee5955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ef3cad19e3714341a739adbf0d2a7ae1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d95634999eddf5dc6b4f4c2589fdd57f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9440a22a1c109c172537b56d48cba649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453708213a63aa70d1cd021772e73301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453708213a63aa70d1cd021772e73301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03c8219df59c4dc1285de72a77fd033e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38ac6f611024b294b818309eed738f7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5cc278328bcdbe6a035b78ed5963c02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4f1e0283b2aea1042fb11fa892d9d9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cb3c67abf32d20f8e27e04d94f0282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3c54015f0a537c6cfb01babb3cf0bcd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4d6d5fea7d022e78977acb32ef681da9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dae7dfa8c570e3839fbc77c1138d2c2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ab62374c40d714d971133c2b714536e3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daef3d5534dc18d8a2c9d9b24fce6fcd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2abd7a6df05f0f40e016d7d4a8de17f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f5076d4c82e985265aadf4815132885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scrollytelling-style deck for supply-chain leade…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2026-07-22T00:02:23Z</dcterms:created>
  <dcterms:modified xsi:type="dcterms:W3CDTF">2026-07-22T00:02:23Z</dcterms:modified>
</cp:coreProperties>
</file>