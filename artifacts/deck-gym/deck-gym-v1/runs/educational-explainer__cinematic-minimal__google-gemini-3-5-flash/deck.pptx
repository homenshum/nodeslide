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[source_4ed18f560c35374d50d7a75d8f976e35]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[source_9a91410b0c3f189b46c086aa317bd228]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[source_4ed18f560c35374d50d7a75d8f976e35]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[source_9a91410b0c3f189b46c086aa317bd228]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[source_4ed18f560c35374d50d7a75d8f976e35]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[source_9a91410b0c3f189b46c086aa317bd228]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[source_4ed18f560c35374d50d7a75d8f976e35]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[source_9a91410b0c3f189b46c086aa317bd228]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[source_4ed18f560c35374d50d7a75d8f976e35]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[source_9a91410b0c3f189b46c086aa317bd228]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[source_4ed18f560c35374d50d7a75d8f976e35]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[source_9a91410b0c3f189b46c086aa317bd228]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[source_4ed18f560c35374d50d7a75d8f976e35]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[source_9a91410b0c3f189b46c086aa317bd228]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7fa28f39cebcd0658d7aab18f1ee1e3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9a7b368433280437f9aca0e101cd4a6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ccb12282b582231c0e71ddf93f3afc7b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3d7145514a0846a8e8a5f98727bf4c36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02373dfd22ed735a244bbee70c87bdb1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15f1cd632efa9135d9ab99534cd23af4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f6303d3cd532a9ef004d05e8399a8bdc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e9f6a81acf0eea4c6f56040fc9635fc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b473a754c0f036ad4e06e76ec82265f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705c1e3b98902ac36d01cdd158e4398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686d4bad5e0de8cdedb3039de750523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68f50cdb02894a4ec7c2e3e3cf0883ef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4a6d2f495e9292c1d0ab72f031a524de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945395c922ec605dd9c65e751c43c183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345bfd198508cce0d86665d4ed7bc503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ce90651bca6ad2ee402b106c956bfe19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a461caef6a75bc5c40caa352cfb4ee36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6d70a36621df6e4dfda8ae3c67ddac84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8817e5bb4567fbeb69bf3e564f04a72b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8817e5bb4567fbeb69bf3e564f04a72b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3f96011e93b8b9e4272db8c992239a34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3f96011e93b8b9e4272db8c992239a34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10e6152693e20684c62ca1dccc8ecd82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10e6152693e20684c62ca1dccc8ecd82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ed79cb0d0d53f9e2c0ad0d2eb5deade0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d4d8c92eff66502993ba4f5afe02191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f10b3d165812c1b683db4b499437610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b1e33de59557d5267ed1c73eb787192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fca0e57e8011af57ee5e2bf3f2f4713f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8053986f9d7b5f18098a66b76230dd73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educational explainer for non-specialist product managers learning when retrieval-augmented generation helps. Progress from the failure of memory-only answers through indexing, retrieval, grounded generation, evaluation, limitations, and…</a:t>
            </a:r>
            <a:endParaRPr lang="en-US" sz="1900" dirty="0"/>
          </a:p>
        </p:txBody>
      </p:sp>
      <p:sp>
        <p:nvSpPr>
          <p:cNvPr id="6" name="element_4cfe6f648d07bdd5ac8c04a7882cff12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1d971ddd6b9e0b939b584ec7abb8bbb7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129ac84a129a2d7dc5a04d2baf9b38c9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42d58852f8690b7c0a6c9125249b52d0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b13d56f9133093b79c7ac07af148d324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e3c95aa71c25148155fee4873694e6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30c128e7b0399ee5c564ca276ba6da0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e311e160b850f24190dd67aefe3b0742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dad919e97c3b44ffde90bcd70d42370c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956dd07ee5f008d688a6a9cc606dfe49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14b945e7ac576842fb41b7a33fc2aaf4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bf4a746a7a1c5dbf28f3f7b96ffd111c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1feae30fcd1458dd1b3c769020600565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756d86a19165079b4e34979511e71fa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ad9ff62f40e6945cb6fafe00c8496d7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22c7d75d7dfc21939a1160ead897828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f7878e92dadef20d89b779f6d80beb0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7b50120dd125889730ca80d21e2d0206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27b697dd31003055d0cd7f04a2c5ec0e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59580467d59bd17e384e4509c6586641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bd2c57ed5eada7819d818a3a0c8d78f0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aabba5d822337bbf4ddfc5ba8886a69d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0b96db8f46963ea518f5298e2748e69b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9b2c8bdb6121591cd971553fc2a767ac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1d1aef8bfeb7fded6c35a91e6a22b67b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4a33ab6271e962df7c38cb916ed22bbd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310a4011dc35a5560feab5b20ae61be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4f84afb80c95e83592c9a5f88835c6c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181b8310479b4b6b055fc4e8473a5b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6bdf529bb3777c1f1d2556673d2b7c25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9568129c83499a41dab77d4ec3908c39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05e1d70762811902506e9927e559a2cd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b26a69fa7c462ba8c75ff64127ef2ebb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19237f4f6c0db5179eb34ba5e997503c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ecb917c17e761c2b1301ad512e94c9c3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ecb917c17e761c2b1301ad512e94c9c3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667d5545244e3f03b1e4557e8fa4c620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09a13236c986427a1111cb856da2dc3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4e8710b5fb4611b53b030585df3bdb9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548c37edf913ee6436ad39fdc7d4a4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7d247496de92bda4d6d060a8b6f4ba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a93244b1a384eaa05d2805111de771d8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4af057e93f1ae883ed3173a9cab94ad8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b014569061051fab6765b3a7ea29eb63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fba53d20f2617757b6391892c98e9028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b2ce6e65ebbbd4cb67ea7527b97b47f7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c212f118ebfc9d40915d63232edb1d3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83a7223cc696f07081eabc59b1841f1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educational explainer for non-specialist product…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2026-07-21T23:58:50Z</dcterms:created>
  <dcterms:modified xsi:type="dcterms:W3CDTF">2026-07-21T23:58:50Z</dcterms:modified>
</cp:coreProperties>
</file>