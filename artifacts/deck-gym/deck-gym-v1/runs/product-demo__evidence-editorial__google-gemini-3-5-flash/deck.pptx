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B44A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DED3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Opening / 01. Keep the spoken transition focused on “Create an editable, reviewable presentation from this idea”
Evidence note: Content is based on the supplied creation brief. Illustrative examples are not independently verified; replace them with measured evidence before external publication.
NodeSlide sources
[source_b5c446305bef416af9c77a81de984a98] Create a seven-slide product demo for product leaders evaluating revi… — creation brief
Citation: Create a seven-slide product demo for product leaders evaluating reviewable AI presentation generation. Show the initial brief, structured draft, validation, review-before-accept, trace receipt, editable export, and final decision. Use the supplied journey timestamps. Include a large screenshot or explicit screenshot placeholder with numbered callouts, a before/after comparison, an editable interaction flow, and a trace waterfall. Never claim a screenshot was captured when it was not supplied. Design direction: Use an evidence-led editorial direction: restrained surface treatment, decisive hierarchy, visible provenance, and an inspectable visual argument on every proof slide. Avoid card grids and decorative dashboards.
Disclaimer: Internal working material
[source_dbd5c9288ad8c609ad8d8f45959f6bae] journey.csv
Citation: Uploaded file: journey.csv
stage,elapsed_seconds,status
brief_submitted,0,complete
structured_draft,31,complete
validation,34,complete
human_accept,52,complete
pptx_export,58,complete
Disclaimer: User supplied
[source_44d538a908a4424833e864c23a866924] evidence-note.md
Citation: Uploaded file: evidence-note.md
No browser screenshot is included in this frozen evidence pack. The deck must reserve and label the screenshot proof honestly rather than fabricating one.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Context / 02. Keep the spoken transition focused on “The cost of waiting is usually hidden in repeated work.”
Evidence note: Content is based on the supplied creation brief. Illustrative examples are not independently verified; replace them with measured evidence before external publication.
NodeSlide sources
[source_b5c446305bef416af9c77a81de984a98] Create a seven-slide product demo for product leaders evaluating revi… — creation brief
Citation: Create a seven-slide product demo for product leaders evaluating reviewable AI presentation generation. Show the initial brief, structured draft, validation, review-before-accept, trace receipt, editable export, and final decision. Use the supplied journey timestamps. Include a large screenshot or explicit screenshot placeholder with numbered callouts, a before/after comparison, an editable interaction flow, and a trace waterfall. Never claim a screenshot was captured when it was not supplied. Design direction: Use an evidence-led editorial direction: restrained surface treatment, decisive hierarchy, visible provenance, and an inspectable visual argument on every proof slide. Avoid card grids and decorative dashboards.
Disclaimer: Internal working material
[source_dbd5c9288ad8c609ad8d8f45959f6bae] journey.csv
Citation: Uploaded file: journey.csv
stage,elapsed_seconds,status
brief_submitted,0,complete
structured_draft,31,complete
validation,34,complete
human_accept,52,complete
pptx_export,58,complete
Disclaimer: User supplied
[source_44d538a908a4424833e864c23a866924] evidence-note.md
Citation: Uploaded file: evidence-note.md
No browser screenshot is included in this frozen evidence pack. The deck must reserve and label the screenshot proof honestly rather than fabricating one.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Insight / 03. Keep the spoken transition focused on “A better outcome starts with a sharper point of view.”
Evidence note: Content is based on the supplied creation brief. Illustrative examples are not independently verified; replace them with measured evidence before external publication.
NodeSlide sources
[source_b5c446305bef416af9c77a81de984a98] Create a seven-slide product demo for product leaders evaluating revi… — creation brief
Citation: Create a seven-slide product demo for product leaders evaluating reviewable AI presentation generation. Show the initial brief, structured draft, validation, review-before-accept, trace receipt, editable export, and final decision. Use the supplied journey timestamps. Include a large screenshot or explicit screenshot placeholder with numbered callouts, a before/after comparison, an editable interaction flow, and a trace waterfall. Never claim a screenshot was captured when it was not supplied. Design direction: Use an evidence-led editorial direction: restrained surface treatment, decisive hierarchy, visible provenance, and an inspectable visual argument on every proof slide. Avoid card grids and decorative dashboards.
Disclaimer: Internal working material
[source_dbd5c9288ad8c609ad8d8f45959f6bae] journey.csv
Citation: Uploaded file: journey.csv
stage,elapsed_seconds,status
brief_submitted,0,complete
structured_draft,31,complete
validation,34,complete
human_accept,52,complete
pptx_export,58,complete
Disclaimer: User supplied
[source_44d538a908a4424833e864c23a866924] evidence-note.md
Citation: Uploaded file: evidence-note.md
No browser screenshot is included in this frozen evidence pack. The deck must reserve and label the screenshot proof honestly rather than fabricating one.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Approach / 04. Keep the spoken transition focused on “Turn the idea into a sequence people can understand and own.”
Evidence note: Content is based on the supplied creation brief. Illustrative examples are not independently verified; replace them with measured evidence before external publication.
NodeSlide sources
[source_b5c446305bef416af9c77a81de984a98] Create a seven-slide product demo for product leaders evaluating revi… — creation brief
Citation: Create a seven-slide product demo for product leaders evaluating reviewable AI presentation generation. Show the initial brief, structured draft, validation, review-before-accept, trace receipt, editable export, and final decision. Use the supplied journey timestamps. Include a large screenshot or explicit screenshot placeholder with numbered callouts, a before/after comparison, an editable interaction flow, and a trace waterfall. Never claim a screenshot was captured when it was not supplied. Design direction: Use an evidence-led editorial direction: restrained surface treatment, decisive hierarchy, visible provenance, and an inspectable visual argument on every proof slide. Avoid card grids and decorative dashboards.
Disclaimer: Internal working material
[source_dbd5c9288ad8c609ad8d8f45959f6bae] journey.csv
Citation: Uploaded file: journey.csv
stage,elapsed_seconds,status
brief_submitted,0,complete
structured_draft,31,complete
validation,34,complete
human_accept,52,complete
pptx_export,58,complete
Disclaimer: User supplied
[source_44d538a908a4424833e864c23a866924] evidence-note.md
Citation: Uploaded file: evidence-note.md
No browser screenshot is included in this frozen evidence pack. The deck must reserve and label the screenshot proof honestly rather than fabricating one.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Evidence / 05. Keep the spoken transition focused on “Define proof before asking for commitment.”
Evidence note: Content is based on the supplied creation brief. Illustrative examples are not independently verified; replace them with measured evidence before external publication.
NodeSlide sources
[source_b5c446305bef416af9c77a81de984a98] Create a seven-slide product demo for product leaders evaluating revi… — creation brief
Citation: Create a seven-slide product demo for product leaders evaluating reviewable AI presentation generation. Show the initial brief, structured draft, validation, review-before-accept, trace receipt, editable export, and final decision. Use the supplied journey timestamps. Include a large screenshot or explicit screenshot placeholder with numbered callouts, a before/after comparison, an editable interaction flow, and a trace waterfall. Never claim a screenshot was captured when it was not supplied. Design direction: Use an evidence-led editorial direction: restrained surface treatment, decisive hierarchy, visible provenance, and an inspectable visual argument on every proof slide. Avoid card grids and decorative dashboards.
Disclaimer: Internal working material
[source_dbd5c9288ad8c609ad8d8f45959f6bae] journey.csv
Citation: Uploaded file: journey.csv
stage,elapsed_seconds,status
brief_submitted,0,complete
structured_draft,31,complete
validation,34,complete
human_accept,52,complete
pptx_export,58,complete
Disclaimer: User supplied
[source_44d538a908a4424833e864c23a866924] evidence-note.md
Citation: Uploaded file: evidence-note.md
No browser screenshot is included in this frozen evidence pack. The deck must reserve and label the screenshot proof honestly rather than fabricating one.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Delivery / 06. Keep the spoken transition focused on “Start narrow, learn quickly, and preserve room to adapt.”
Evidence note: Content is based on the supplied creation brief. Illustrative examples are not independently verified; replace them with measured evidence before external publication.
NodeSlide sources
[source_b5c446305bef416af9c77a81de984a98] Create a seven-slide product demo for product leaders evaluating revi… — creation brief
Citation: Create a seven-slide product demo for product leaders evaluating reviewable AI presentation generation. Show the initial brief, structured draft, validation, review-before-accept, trace receipt, editable export, and final decision. Use the supplied journey timestamps. Include a large screenshot or explicit screenshot placeholder with numbered callouts, a before/after comparison, an editable interaction flow, and a trace waterfall. Never claim a screenshot was captured when it was not supplied. Design direction: Use an evidence-led editorial direction: restrained surface treatment, decisive hierarchy, visible provenance, and an inspectable visual argument on every proof slide. Avoid card grids and decorative dashboards.
Disclaimer: Internal working material
[source_dbd5c9288ad8c609ad8d8f45959f6bae] journey.csv
Citation: Uploaded file: journey.csv
stage,elapsed_seconds,status
brief_submitted,0,complete
structured_draft,31,complete
validation,34,complete
human_accept,52,complete
pptx_export,58,complete
Disclaimer: User supplied
[source_44d538a908a4424833e864c23a866924] evidence-note.md
Citation: Uploaded file: evidence-note.md
No browser screenshot is included in this frozen evidence pack. The deck must reserve and label the screenshot proof honestly rather than fabricating one.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Close / 07. Keep the spoken transition focused on “Create an editable, reviewable presentation from this idea”
Evidence note: Content is based on the supplied creation brief. Illustrative examples are not independently verified; replace them with measured evidence before external publication.
NodeSlide sources
[source_b5c446305bef416af9c77a81de984a98] Create a seven-slide product demo for product leaders evaluating revi… — creation brief
Citation: Create a seven-slide product demo for product leaders evaluating reviewable AI presentation generation. Show the initial brief, structured draft, validation, review-before-accept, trace receipt, editable export, and final decision. Use the supplied journey timestamps. Include a large screenshot or explicit screenshot placeholder with numbered callouts, a before/after comparison, an editable interaction flow, and a trace waterfall. Never claim a screenshot was captured when it was not supplied. Design direction: Use an evidence-led editorial direction: restrained surface treatment, decisive hierarchy, visible provenance, and an inspectable visual argument on every proof slide. Avoid card grids and decorative dashboards.
Disclaimer: Internal working material
[source_dbd5c9288ad8c609ad8d8f45959f6bae] journey.csv
Citation: Uploaded file: journey.csv
stage,elapsed_seconds,status
brief_submitted,0,complete
structured_draft,31,complete
validation,34,complete
human_accept,52,complete
pptx_export,58,complete
Disclaimer: User supplied
[source_44d538a908a4424833e864c23a866924] evidence-note.md
Citation: Uploaded file: evidence-note.md
No browser screenshot is included in this frozen evidence pack. The deck must reserve and label the screenshot proof honestly rather than fabricating one.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fe83ab0c515fb1ab21a24942fa0292d4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94e5464fcb091e67815e61d3b473a5a8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OPENING / 01</a:t>
            </a:r>
            <a:endParaRPr lang="en-US" sz="1500" dirty="0"/>
          </a:p>
        </p:txBody>
      </p:sp>
      <p:sp>
        <p:nvSpPr>
          <p:cNvPr id="4" name="element_b9a7386ca653c27395d12070cd1ff52c"/>
          <p:cNvSpPr txBox="1"/>
          <p:nvPr/>
        </p:nvSpPr>
        <p:spPr>
          <a:xfrm>
            <a:off x="853419" y="1028700"/>
            <a:ext cx="9631439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4800" dirty="0"/>
          </a:p>
        </p:txBody>
      </p:sp>
      <p:sp>
        <p:nvSpPr>
          <p:cNvPr id="5" name="element_baeb6f726bb2ac3692fb47ff7efd7517"/>
          <p:cNvSpPr txBox="1"/>
          <p:nvPr/>
        </p:nvSpPr>
        <p:spPr>
          <a:xfrm>
            <a:off x="853419" y="3291840"/>
            <a:ext cx="8046519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 focused narrative for Decision-makers described in the brief, built from the supplied brief and kept editable from first draft onward.</a:t>
            </a:r>
            <a:endParaRPr lang="en-US" sz="1900" dirty="0"/>
          </a:p>
        </p:txBody>
      </p:sp>
      <p:sp>
        <p:nvSpPr>
          <p:cNvPr id="6" name="element_d32c8d2469bdaa2b9319f7da99281920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 coherent 6–8 slide narrative</a:t>
            </a:r>
            <a:endParaRPr lang="en-US" sz="1600" dirty="0"/>
          </a:p>
        </p:txBody>
      </p:sp>
      <p:sp>
        <p:nvSpPr>
          <p:cNvPr id="7" name="element_882843ba4a49d742d124dd0edc5d2ce7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Structured chart, formula, and image primitives where relevant</a:t>
            </a:r>
            <a:endParaRPr lang="en-US" sz="1600" dirty="0"/>
          </a:p>
        </p:txBody>
      </p:sp>
      <p:sp>
        <p:nvSpPr>
          <p:cNvPr id="8" name="element_ccb58b3ea8d38ee8fe48ee2f45a63ccc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Validation passes before presentation or export</a:t>
            </a:r>
            <a:endParaRPr lang="en-US" sz="1600" dirty="0"/>
          </a:p>
        </p:txBody>
      </p:sp>
      <p:sp>
        <p:nvSpPr>
          <p:cNvPr id="9" name="element_5f95f049048a19fb7dda4e67cee22366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7faf1176d46bc05a4ff49795b59a0543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be31e7a84ef99ee76c6cedace3ef4fda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9c5501d8b318eb8b2e5f9b02ff65671d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CONTEXT / 02</a:t>
            </a:r>
            <a:endParaRPr lang="en-US" sz="1500" dirty="0"/>
          </a:p>
        </p:txBody>
      </p:sp>
      <p:sp>
        <p:nvSpPr>
          <p:cNvPr id="4" name="element_1772c6f9ad68f2b6cb1e6343537e5065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cost of waiting is usually hidden in repeated work.</a:t>
            </a:r>
            <a:endParaRPr lang="en-US" sz="3800" dirty="0"/>
          </a:p>
        </p:txBody>
      </p:sp>
      <p:sp>
        <p:nvSpPr>
          <p:cNvPr id="5" name="element_7385f32db31fbfaf3843d1734de8b307"/>
          <p:cNvSpPr txBox="1"/>
          <p:nvPr/>
        </p:nvSpPr>
        <p:spPr>
          <a:xfrm>
            <a:off x="853419" y="2606040"/>
            <a:ext cx="390134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Frame the current reality for Decision-makers described in the brief: what is fragmented today, why it matters now, and where momentum is being lost.</a:t>
            </a:r>
            <a:endParaRPr lang="en-US" sz="1700" dirty="0"/>
          </a:p>
        </p:txBody>
      </p:sp>
      <p:sp>
        <p:nvSpPr>
          <p:cNvPr id="6" name="element_755dbcc5e3d447d2867cd464e224c57c"/>
          <p:cNvSpPr txBox="1"/>
          <p:nvPr/>
        </p:nvSpPr>
        <p:spPr>
          <a:xfrm>
            <a:off x="853419" y="42519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Name the friction</a:t>
            </a:r>
            <a:endParaRPr lang="en-US" sz="1700" dirty="0"/>
          </a:p>
        </p:txBody>
      </p:sp>
      <p:sp>
        <p:nvSpPr>
          <p:cNvPr id="7" name="element_58dc0e7a1a1f706ca2c1f0cb51910926"/>
          <p:cNvSpPr txBox="1"/>
          <p:nvPr/>
        </p:nvSpPr>
        <p:spPr>
          <a:xfrm>
            <a:off x="853419" y="49377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Expose the consequence</a:t>
            </a:r>
            <a:endParaRPr lang="en-US" sz="1700" dirty="0"/>
          </a:p>
        </p:txBody>
      </p:sp>
      <p:sp>
        <p:nvSpPr>
          <p:cNvPr id="8" name="element_1c92a24f908fdf1ed040c766f6c3a7ba"/>
          <p:cNvSpPr txBox="1"/>
          <p:nvPr/>
        </p:nvSpPr>
        <p:spPr>
          <a:xfrm>
            <a:off x="853419" y="56235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Create urgency without hype</a:t>
            </a:r>
            <a:endParaRPr lang="en-US" sz="1700" dirty="0"/>
          </a:p>
        </p:txBody>
      </p:sp>
      <p:sp>
        <p:nvSpPr>
          <p:cNvPr id="9" name="element_3c417aef7303b6ec7129c64106ca358f"/>
          <p:cNvSpPr/>
          <p:nvPr/>
        </p:nvSpPr>
        <p:spPr>
          <a:xfrm>
            <a:off x="7019978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0" name="element_8fd2eb32cb37dbb399e53a0305b3ddb0"/>
          <p:cNvSpPr/>
          <p:nvPr/>
        </p:nvSpPr>
        <p:spPr>
          <a:xfrm>
            <a:off x="9194977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1" name="element_4322845c86d4d375cbfbec0212cb5ccd"/>
          <p:cNvSpPr/>
          <p:nvPr/>
        </p:nvSpPr>
        <p:spPr>
          <a:xfrm>
            <a:off x="5045753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2" name="element_4322845c86d4d375cbfbec0212cb5ccd:text"/>
          <p:cNvSpPr txBox="1"/>
          <p:nvPr/>
        </p:nvSpPr>
        <p:spPr>
          <a:xfrm>
            <a:off x="5045753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Friction</a:t>
            </a:r>
            <a:endParaRPr lang="en-US" sz="1600" dirty="0"/>
          </a:p>
        </p:txBody>
      </p:sp>
      <p:sp>
        <p:nvSpPr>
          <p:cNvPr id="13" name="element_6a8c2336d6186776edd6b12f258aa492"/>
          <p:cNvSpPr/>
          <p:nvPr/>
        </p:nvSpPr>
        <p:spPr>
          <a:xfrm>
            <a:off x="7219532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4" name="element_6a8c2336d6186776edd6b12f258aa492:text"/>
          <p:cNvSpPr txBox="1"/>
          <p:nvPr/>
        </p:nvSpPr>
        <p:spPr>
          <a:xfrm>
            <a:off x="7219532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Consequence</a:t>
            </a:r>
            <a:endParaRPr lang="en-US" sz="1600" dirty="0"/>
          </a:p>
        </p:txBody>
      </p:sp>
      <p:sp>
        <p:nvSpPr>
          <p:cNvPr id="15" name="element_0d15245d60685da8c37755b5baba8795"/>
          <p:cNvSpPr/>
          <p:nvPr/>
        </p:nvSpPr>
        <p:spPr>
          <a:xfrm>
            <a:off x="9394530" y="3939235"/>
            <a:ext cx="2018506" cy="103693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6" name="element_0d15245d60685da8c37755b5baba8795:text"/>
          <p:cNvSpPr txBox="1"/>
          <p:nvPr/>
        </p:nvSpPr>
        <p:spPr>
          <a:xfrm>
            <a:off x="9394530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 window</a:t>
            </a:r>
            <a:endParaRPr lang="en-US" sz="1600" dirty="0"/>
          </a:p>
        </p:txBody>
      </p:sp>
      <p:sp>
        <p:nvSpPr>
          <p:cNvPr id="17" name="element_ecb253383ebcdbe6a9a2898950f6bb2b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8" name="element_a37917511b386946879836c31ddda291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d80b486842008f2f83b5a634b0810f1e"/>
          <p:cNvSpPr/>
          <p:nvPr/>
        </p:nvSpPr>
        <p:spPr>
          <a:xfrm>
            <a:off x="11667452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f0a9d708e17f3fba358f6ff14bf31ae4"/>
          <p:cNvSpPr txBox="1"/>
          <p:nvPr/>
        </p:nvSpPr>
        <p:spPr>
          <a:xfrm>
            <a:off x="5486263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INSIGHT / 03</a:t>
            </a:r>
            <a:endParaRPr lang="en-US" sz="1500" dirty="0"/>
          </a:p>
        </p:txBody>
      </p:sp>
      <p:sp>
        <p:nvSpPr>
          <p:cNvPr id="4" name="element_17a6db27281aa348317d53623fd9505e"/>
          <p:cNvSpPr txBox="1"/>
          <p:nvPr/>
        </p:nvSpPr>
        <p:spPr>
          <a:xfrm>
            <a:off x="2072588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better outcome starts with a sharper point of view.</a:t>
            </a:r>
            <a:endParaRPr lang="en-US" sz="3800" dirty="0"/>
          </a:p>
        </p:txBody>
      </p:sp>
      <p:sp>
        <p:nvSpPr>
          <p:cNvPr id="5" name="element_edc1cdffe0d18901392b6f466e5dd23b"/>
          <p:cNvSpPr txBox="1"/>
          <p:nvPr/>
        </p:nvSpPr>
        <p:spPr>
          <a:xfrm>
            <a:off x="1706837" y="2743200"/>
            <a:ext cx="963143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Create a seven-slide product demo for product leaders evaluating reviewable AI presentation generation. Show the initial brief, structured draft, validation, review-before-accept, trace receipt, editable export, and final decision. Use the supplied journey ti…</a:t>
            </a:r>
            <a:endParaRPr lang="en-US" sz="1900" dirty="0"/>
          </a:p>
        </p:txBody>
      </p:sp>
      <p:sp>
        <p:nvSpPr>
          <p:cNvPr id="6" name="element_debe7047f53bfe04ad35fd84b41bc0ad"/>
          <p:cNvSpPr txBox="1"/>
          <p:nvPr/>
        </p:nvSpPr>
        <p:spPr>
          <a:xfrm>
            <a:off x="8168436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 coherent 6–8 slide narrative</a:t>
            </a:r>
            <a:endParaRPr lang="en-US" sz="1700" dirty="0"/>
          </a:p>
        </p:txBody>
      </p:sp>
      <p:sp>
        <p:nvSpPr>
          <p:cNvPr id="7" name="element_e937b46cc9f8fc9891e8879f3b372ea6"/>
          <p:cNvSpPr txBox="1"/>
          <p:nvPr/>
        </p:nvSpPr>
        <p:spPr>
          <a:xfrm>
            <a:off x="4632844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Structured chart, formula, and image primitives where relevant</a:t>
            </a:r>
            <a:endParaRPr lang="en-US" sz="1700" dirty="0"/>
          </a:p>
        </p:txBody>
      </p:sp>
      <p:sp>
        <p:nvSpPr>
          <p:cNvPr id="8" name="element_afad4fa167cb49463f68e350a3e573ff"/>
          <p:cNvSpPr txBox="1"/>
          <p:nvPr/>
        </p:nvSpPr>
        <p:spPr>
          <a:xfrm>
            <a:off x="1097253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 passes before presentation or export</a:t>
            </a:r>
            <a:endParaRPr lang="en-US" sz="1700" dirty="0"/>
          </a:p>
        </p:txBody>
      </p:sp>
      <p:sp>
        <p:nvSpPr>
          <p:cNvPr id="9" name="element_006ca7bba28e5d242a35cf206aa40cee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b4c5c214a5f232f924d33fb3f8828743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0da829939db0daa4906d7031eec595c1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523ab3366b0e7a591552f6f1f2373382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APPROACH / 04</a:t>
            </a:r>
            <a:endParaRPr lang="en-US" sz="1500" dirty="0"/>
          </a:p>
        </p:txBody>
      </p:sp>
      <p:sp>
        <p:nvSpPr>
          <p:cNvPr id="4" name="element_6c375aa10ae6c27f9aa38fbdb000b406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the idea into a sequence people can understand and own.</a:t>
            </a:r>
            <a:endParaRPr lang="en-US" sz="3800" dirty="0"/>
          </a:p>
        </p:txBody>
      </p:sp>
      <p:sp>
        <p:nvSpPr>
          <p:cNvPr id="5" name="element_8af1ab000f9d413b1c27032de1d47286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Connect intent, action, and feedback in one visible operating path so the audience can see both the destination and the mechanics.</a:t>
            </a:r>
            <a:endParaRPr lang="en-US" sz="1900" dirty="0"/>
          </a:p>
        </p:txBody>
      </p:sp>
      <p:sp>
        <p:nvSpPr>
          <p:cNvPr id="6" name="element_6a576eeed22d5e4c7612da9161dbf3cb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Align on intent</a:t>
            </a:r>
            <a:endParaRPr lang="en-US" sz="1700" dirty="0"/>
          </a:p>
        </p:txBody>
      </p:sp>
      <p:sp>
        <p:nvSpPr>
          <p:cNvPr id="7" name="element_4d51c37bfdf6d9bf38050ebfd623c894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Execute the critical moves</a:t>
            </a:r>
            <a:endParaRPr lang="en-US" sz="1700" dirty="0"/>
          </a:p>
        </p:txBody>
      </p:sp>
      <p:sp>
        <p:nvSpPr>
          <p:cNvPr id="8" name="element_7b29c03ef26e798b78d2adcb7d61b681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Review measurable outcomes</a:t>
            </a:r>
            <a:endParaRPr lang="en-US" sz="1700" dirty="0"/>
          </a:p>
        </p:txBody>
      </p:sp>
      <p:sp>
        <p:nvSpPr>
          <p:cNvPr id="9" name="element_1d32a7842c60a6433a174ffe469f9b6e"/>
          <p:cNvSpPr txBox="1"/>
          <p:nvPr/>
        </p:nvSpPr>
        <p:spPr>
          <a:xfrm>
            <a:off x="6461598" y="2880360"/>
            <a:ext cx="4754761" cy="164592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accepted change = proposal ∩ authorized scope</a:t>
            </a:r>
            <a:endParaRPr lang="en-US" sz="3000" dirty="0"/>
          </a:p>
        </p:txBody>
      </p:sp>
      <p:sp>
        <p:nvSpPr>
          <p:cNvPr id="10" name="element_1e2cbbb1db139085003bc14be20e698f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4165204050d7b1149eac12b57990f9a7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9bc3f51c6b8e8c3707f1f0a0699ee7a2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44ffd4002ddfe35c21f9e7788d1053ff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EVIDENCE / 05</a:t>
            </a:r>
            <a:endParaRPr lang="en-US" sz="1500" dirty="0"/>
          </a:p>
        </p:txBody>
      </p:sp>
      <p:sp>
        <p:nvSpPr>
          <p:cNvPr id="4" name="element_7ab7ef6cf42a8f7cb72c703ffb70a2b5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 proof before asking for commitment.</a:t>
            </a:r>
            <a:endParaRPr lang="en-US" sz="3800" dirty="0"/>
          </a:p>
        </p:txBody>
      </p:sp>
      <p:sp>
        <p:nvSpPr>
          <p:cNvPr id="5" name="element_aa8533987c3e4022cde1b630dbc2eeb0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Use the brief’s success criteria as explicit evaluation signals, with assumptions clearly separated from measured evidence.</a:t>
            </a:r>
            <a:endParaRPr lang="en-US" sz="1900" dirty="0"/>
          </a:p>
        </p:txBody>
      </p:sp>
      <p:sp>
        <p:nvSpPr>
          <p:cNvPr id="6" name="element_5030b916536035d3d40526ab1fae58b6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 coherent 6–8 slide narrative</a:t>
            </a:r>
            <a:endParaRPr lang="en-US" sz="1700" dirty="0"/>
          </a:p>
        </p:txBody>
      </p:sp>
      <p:sp>
        <p:nvSpPr>
          <p:cNvPr id="7" name="element_f52672ff48e66b59e2ff8aa1308fc6e3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Structured chart, formula, and image primitives where relevant</a:t>
            </a:r>
            <a:endParaRPr lang="en-US" sz="1700" dirty="0"/>
          </a:p>
        </p:txBody>
      </p:sp>
      <p:sp>
        <p:nvSpPr>
          <p:cNvPr id="8" name="element_b06956ac9ef564c310a86e159b581b49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 passes before presentation or export</a:t>
            </a:r>
            <a:endParaRPr lang="en-US" sz="1700" dirty="0"/>
          </a:p>
        </p:txBody>
      </p:sp>
      <p:sp>
        <p:nvSpPr>
          <p:cNvPr id="9" name="element_9d8dcd02a4ec4e8e82464b6707637c31"/>
          <p:cNvSpPr txBox="1"/>
          <p:nvPr/>
        </p:nvSpPr>
        <p:spPr>
          <a:xfrm>
            <a:off x="6661542" y="2770632"/>
            <a:ext cx="4476790" cy="1110996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3 signals</a:t>
            </a:r>
            <a:endParaRPr lang="en-US" sz="4300" dirty="0"/>
          </a:p>
        </p:txBody>
      </p:sp>
      <p:sp>
        <p:nvSpPr>
          <p:cNvPr id="10" name="element_b4727ed49221edfa5c712e2d2c1f6dd6"/>
          <p:cNvSpPr txBox="1"/>
          <p:nvPr/>
        </p:nvSpPr>
        <p:spPr>
          <a:xfrm>
            <a:off x="7193100" y="3977640"/>
            <a:ext cx="353559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agreed measures of a successful outcome</a:t>
            </a:r>
            <a:endParaRPr lang="en-US" sz="1500" dirty="0"/>
          </a:p>
        </p:txBody>
      </p:sp>
      <p:graphicFrame>
        <p:nvGraphicFramePr>
          <p:cNvPr id="11" name="element_94a95e22c1b9e53aef7ee49f5b49b39d" descr=""/>
          <p:cNvGraphicFramePr/>
          <p:nvPr/>
        </p:nvGraphicFramePr>
        <p:xfrm>
          <a:off x="6271408" y="4753966"/>
          <a:ext cx="5135142" cy="125912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element_478ff98c24ce49037882a495867994b4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3dac3dece839a8018a0c86e3831afdb2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154278850abf1bf64697a5fedfca0d01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0b6367e70638b7e4fc1d898594c2d90f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DELIVERY / 06</a:t>
            </a:r>
            <a:endParaRPr lang="en-US" sz="1500" dirty="0"/>
          </a:p>
        </p:txBody>
      </p:sp>
      <p:sp>
        <p:nvSpPr>
          <p:cNvPr id="4" name="element_42d9f8de4681bb99805144495cb7df9a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narrow, learn quickly, and preserve room to adapt.</a:t>
            </a:r>
            <a:endParaRPr lang="en-US" sz="3800" dirty="0"/>
          </a:p>
        </p:txBody>
      </p:sp>
      <p:sp>
        <p:nvSpPr>
          <p:cNvPr id="5" name="element_6341cf72efc5d2cfbf435dc1674e47a7"/>
          <p:cNvSpPr txBox="1"/>
          <p:nvPr/>
        </p:nvSpPr>
        <p:spPr>
          <a:xfrm>
            <a:off x="6339682" y="2743200"/>
            <a:ext cx="48766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Sequence the work into a focused launch, an evidence review, and a deliberate scale decision with named ownership at every step.</a:t>
            </a:r>
            <a:endParaRPr lang="en-US" sz="1900" dirty="0"/>
          </a:p>
        </p:txBody>
      </p:sp>
      <p:sp>
        <p:nvSpPr>
          <p:cNvPr id="6" name="element_c2435f2a2ac7b6892f862dc9101851a1"/>
          <p:cNvSpPr txBox="1"/>
          <p:nvPr/>
        </p:nvSpPr>
        <p:spPr>
          <a:xfrm>
            <a:off x="6339682" y="42519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Launch the smallest credible move</a:t>
            </a:r>
            <a:endParaRPr lang="en-US" sz="1700" dirty="0"/>
          </a:p>
        </p:txBody>
      </p:sp>
      <p:sp>
        <p:nvSpPr>
          <p:cNvPr id="7" name="element_f0709e691f22f210a050a073f67900d9"/>
          <p:cNvSpPr txBox="1"/>
          <p:nvPr/>
        </p:nvSpPr>
        <p:spPr>
          <a:xfrm>
            <a:off x="6339682" y="49377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Review evidence with stakeholders</a:t>
            </a:r>
            <a:endParaRPr lang="en-US" sz="1700" dirty="0"/>
          </a:p>
        </p:txBody>
      </p:sp>
      <p:sp>
        <p:nvSpPr>
          <p:cNvPr id="8" name="element_511223abd84410c3ce523997f2b7d86d"/>
          <p:cNvSpPr txBox="1"/>
          <p:nvPr/>
        </p:nvSpPr>
        <p:spPr>
          <a:xfrm>
            <a:off x="6339682" y="56235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Scale what earns confidence</a:t>
            </a:r>
            <a:endParaRPr lang="en-US" sz="1700" dirty="0"/>
          </a:p>
        </p:txBody>
      </p:sp>
      <p:sp>
        <p:nvSpPr>
          <p:cNvPr id="9" name="element_c646de536ec60f3ffee7874a2f6b47f8:fallback-shape"/>
          <p:cNvSpPr/>
          <p:nvPr/>
        </p:nvSpPr>
        <p:spPr>
          <a:xfrm>
            <a:off x="731502" y="2674620"/>
            <a:ext cx="4754761" cy="2606040"/>
          </a:xfrm>
          <a:prstGeom prst="roundRect">
            <a:avLst/>
          </a:prstGeom>
          <a:solidFill>
            <a:srgbClr val="F2DED3"/>
          </a:solidFill>
          <a:ln w="19050">
            <a:solidFill>
              <a:srgbClr val="DED7CC"/>
            </a:solidFill>
            <a:prstDash val="dash"/>
          </a:ln>
        </p:spPr>
      </p:sp>
      <p:sp>
        <p:nvSpPr>
          <p:cNvPr id="10" name="element_c646de536ec60f3ffee7874a2f6b47f8:fallback-label"/>
          <p:cNvSpPr/>
          <p:nvPr/>
        </p:nvSpPr>
        <p:spPr>
          <a:xfrm>
            <a:off x="731502" y="2674620"/>
            <a:ext cx="4754761" cy="2606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Structured evidence map derived from the supplied brief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Replace image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1" name="element_83f0310e436984d434da2a088004fe7f"/>
          <p:cNvSpPr txBox="1"/>
          <p:nvPr/>
        </p:nvSpPr>
        <p:spPr>
          <a:xfrm>
            <a:off x="975336" y="5417820"/>
            <a:ext cx="4267093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2" name="element_8fbc16e605c5ff89fcccd3dae632b19f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d69f58f38370d9ac79c6c033896f39e0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8685655e389c591f9d4fb3deda23ac22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d391e2f06416b5db5eb0e4e9947e1d04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CLOSE / 07</a:t>
            </a:r>
            <a:endParaRPr lang="en-US" sz="1500" dirty="0"/>
          </a:p>
        </p:txBody>
      </p:sp>
      <p:sp>
        <p:nvSpPr>
          <p:cNvPr id="4" name="element_4961da242aad25a0ccab23b2e2c3d829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3800" dirty="0"/>
          </a:p>
        </p:txBody>
      </p:sp>
      <p:sp>
        <p:nvSpPr>
          <p:cNvPr id="5" name="element_7a741b5585d3c1bb99863e3c70d29d01"/>
          <p:cNvSpPr txBox="1"/>
          <p:nvPr/>
        </p:nvSpPr>
        <p:spPr>
          <a:xfrm>
            <a:off x="853419" y="2743200"/>
            <a:ext cx="80465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Invite Decision-makers described in the brief to align on the outcome, the first action, and the evidence that will guide the next decision.</a:t>
            </a:r>
            <a:endParaRPr lang="en-US" sz="1900" dirty="0"/>
          </a:p>
        </p:txBody>
      </p:sp>
      <p:sp>
        <p:nvSpPr>
          <p:cNvPr id="6" name="element_c572e919eae268143247b72372413bc5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Agree the outcome</a:t>
            </a:r>
            <a:endParaRPr lang="en-US" sz="1600" dirty="0"/>
          </a:p>
        </p:txBody>
      </p:sp>
      <p:sp>
        <p:nvSpPr>
          <p:cNvPr id="7" name="element_790521af6fa11c95afc6cd89d39be6d1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Name the owner</a:t>
            </a:r>
            <a:endParaRPr lang="en-US" sz="1600" dirty="0"/>
          </a:p>
        </p:txBody>
      </p:sp>
      <p:sp>
        <p:nvSpPr>
          <p:cNvPr id="8" name="element_8369877f06ea05d526086162429d455e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Set the next checkpoint</a:t>
            </a:r>
            <a:endParaRPr lang="en-US" sz="1600" dirty="0"/>
          </a:p>
        </p:txBody>
      </p:sp>
      <p:sp>
        <p:nvSpPr>
          <p:cNvPr id="9" name="element_89cf482f08468b9bdc7d23aa1a6be482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1c7922cf99f0b0652725d841d7d78ba6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Parity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a seven-slide product demo for product leaders evaluating revi…</dc:title>
  <dc:subject>Create an editable, reviewable presentation from this idea</dc:subject>
  <dc:creator>NodeSlide</dc:creator>
  <cp:lastModifiedBy>NodeSlide</cp:lastModifiedBy>
  <cp:revision>1</cp:revision>
  <dcterms:created xsi:type="dcterms:W3CDTF">2026-07-21T23:53:46Z</dcterms:created>
  <dcterms:modified xsi:type="dcterms:W3CDTF">2026-07-21T23:53:46Z</dcterms:modified>
</cp:coreProperties>
</file>