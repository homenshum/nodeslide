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[source_d11c3d47887891c5c560abe5d176ef77]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[source_d8d72c5c26fad53c94084d01bd687104] journey.csv
Citation: Uploaded file: journey.csv
stage,elapsed_seconds,status
brief_submitted,0,complete
structured_draft,31,complete
validation,34,complete
human_accept,52,complete
pptx_export,58,complete
Disclaimer: User supplied
[source_244588b027af501fd65896031b92fa9f]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[source_d11c3d47887891c5c560abe5d176ef77]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[source_d8d72c5c26fad53c94084d01bd687104] journey.csv
Citation: Uploaded file: journey.csv
stage,elapsed_seconds,status
brief_submitted,0,complete
structured_draft,31,complete
validation,34,complete
human_accept,52,complete
pptx_export,58,complete
Disclaimer: User supplied
[source_244588b027af501fd65896031b92fa9f]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[source_d11c3d47887891c5c560abe5d176ef77]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[source_d8d72c5c26fad53c94084d01bd687104] journey.csv
Citation: Uploaded file: journey.csv
stage,elapsed_seconds,status
brief_submitted,0,complete
structured_draft,31,complete
validation,34,complete
human_accept,52,complete
pptx_export,58,complete
Disclaimer: User supplied
[source_244588b027af501fd65896031b92fa9f]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[source_d11c3d47887891c5c560abe5d176ef77]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[source_d8d72c5c26fad53c94084d01bd687104] journey.csv
Citation: Uploaded file: journey.csv
stage,elapsed_seconds,status
brief_submitted,0,complete
structured_draft,31,complete
validation,34,complete
human_accept,52,complete
pptx_export,58,complete
Disclaimer: User supplied
[source_244588b027af501fd65896031b92fa9f]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[source_d11c3d47887891c5c560abe5d176ef77]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[source_d8d72c5c26fad53c94084d01bd687104] journey.csv
Citation: Uploaded file: journey.csv
stage,elapsed_seconds,status
brief_submitted,0,complete
structured_draft,31,complete
validation,34,complete
human_accept,52,complete
pptx_export,58,complete
Disclaimer: User supplied
[source_244588b027af501fd65896031b92fa9f]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[source_d11c3d47887891c5c560abe5d176ef77]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[source_d8d72c5c26fad53c94084d01bd687104] journey.csv
Citation: Uploaded file: journey.csv
stage,elapsed_seconds,status
brief_submitted,0,complete
structured_draft,31,complete
validation,34,complete
human_accept,52,complete
pptx_export,58,complete
Disclaimer: User supplied
[source_244588b027af501fd65896031b92fa9f]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[source_d11c3d47887891c5c560abe5d176ef77]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[source_d8d72c5c26fad53c94084d01bd687104] journey.csv
Citation: Uploaded file: journey.csv
stage,elapsed_seconds,status
brief_submitted,0,complete
structured_draft,31,complete
validation,34,complete
human_accept,52,complete
pptx_export,58,complete
Disclaimer: User supplied
[source_244588b027af501fd65896031b92fa9f]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9291f9423611ab66fd8516f59ad980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2e4f7cbe2cb911cc1764fca8db5239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f389b2406c9cc070b9ee7f937546cebb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4e94c9c375f16fe34e422290d6bcbd37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14817cf9ff6fa082cc293b7c538d00af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e18874cc7700d83c603f02fb4b4c3bb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615ca017e21cf5a7801c4cdf241f9611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0714a2a1f6e00ec7b739e971159f938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4a2234018ed688179530bf5292cf37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0481bc6d1e6f9c483a4678ef99906ad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98ea70094ca9409cb1dc9896903942b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efce1da7a9f39571ecc876f9da6ec6de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f2de16dbc956c58abd9422bc3a11601d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cc8381297dcfbe62a8c127ec12a62dcd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3b9401b2d1e27a3ace6d456c17cc6792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36d090f88ba2708c93564fb262f57d36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c5a041ad94e7ebbf8b2c4ce7a89c36f5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c727e78c4f5fd8997bc69e8c66154b27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07171a4619821cf94af87d22f82fb295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07171a4619821cf94af87d22f82fb295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78d50a700ab334df42d3469ab1cabe73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78d50a700ab334df42d3469ab1cabe73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568fc5a988de4a8fad7e1b412898d6f0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568fc5a988de4a8fad7e1b412898d6f0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375e19f4322318b6175f64de7e7de55a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976c98fad49403b3b5213cc804880da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d167398385e1fe793f7cef1ae2a7cd4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3f0c13fab4af37bddd076753b70be7e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8a639e7bcae19c282491ee48a76ce648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5ce95b5fd10eaf367c08b182a8ea804b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product demo for product leaders evaluating reviewable AI presentation generation. Show the initial brief, structured draft, validation, review-before-accept, trace receipt, editable export, and final decision. Use the supplied journey ti…</a:t>
            </a:r>
            <a:endParaRPr lang="en-US" sz="1900" dirty="0"/>
          </a:p>
        </p:txBody>
      </p:sp>
      <p:sp>
        <p:nvSpPr>
          <p:cNvPr id="6" name="element_a86977e6f30311d78b60de865921f763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5b58a92f77dc8870c1865268e51bfd05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81f68eca533d6ef66dc6942f1257d031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c1af66994775fc30f219d6ea0c0c796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05cafd98e5d68f2150e101755dd6cca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43dc85499546da4575c556c0795394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e72aa07d466d8187569add882a2bc9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f8802f72b79a048cca8a03710da0e4d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1625fe358a1d8c075cbfb81e1d790db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8029d17e2b2a02cbd98d8f68c4ffe2b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00f78bac085ae69040873bb2b94eca0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1a441d5a788e3d01175909192f4d6455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35ba01169fd8761fb95f73230f762d2d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da718558f47b1896e4e34f84d7da817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e60e466f2da4ea445e92a9a9bc39318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d8fb2f8a3a721e4ef363879742911d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8ac557eb883d85c9f083385599dda92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d67832f5a00151a74d90f062a644f57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3e5c759a582aa80238f3da4139b0c6f0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bccce4e90653109e53a193c06fe19b1f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aa4de3ca3d017c2747f23c5db2a55fda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c8ebf6490ef692b94f35a8cacee23fc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82ab80a82cf662ec696436b7a6556959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2c48d56920c56afdc97f12a0faaaa5e2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8f0e8902fb8940b48e941ae509ede161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a4ea9d4ddb9ea4158c808ba51e9ebf1c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313970ae34a73fcf6c47dc81aaf1c9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a25d69b118110ebdcde5e24f03b4a1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a353758b9038b694bcbf3b363cf084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633ec9f0b2bf563747600ffa3aea03a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5deae56e732df6f2acc0498200f35a62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bbc357c9fdc8fe1e0c151c60242326df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86a80efa60418977e6365e7077440904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29364102ea310152cc310bedb3919ce2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da3d7d08d1b31049a6f88e5fc648302a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da3d7d08d1b31049a6f88e5fc648302a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9a5d6b28c1cdb853e33c1960ca626b30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be9b17ac30ed30db8026923e4ea1f9d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43238372632dd34f3aab92f3ccd75e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d3363524b67a1245a28a1f809ccde7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93eb014ab25e727837fae729d7e1cc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8decddaae7f710e719eab5cb8f52660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002eff2ce13f02c352fae9e2271c01da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6ad224f8e960578bb1bf82392caa964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fb9bf48f5b4289a2e4f5f02df06671ca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bd6074df4b67c607034fb91e31929f3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c4c785a529e2b68a5be5d012a1f4fa6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34dd83475afe5cc938b2a417159dfe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product demo for product leaders evaluating revi…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2026-07-21T23:54:27Z</dcterms:created>
  <dcterms:modified xsi:type="dcterms:W3CDTF">2026-07-21T23:54:27Z</dcterms:modified>
</cp:coreProperties>
</file>