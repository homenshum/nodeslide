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[source_a0512042bed029552084c95311b0b939]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[source_270029672e3c3bc45b34ed1de3e13168]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[source_a0512042bed029552084c95311b0b939]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[source_270029672e3c3bc45b34ed1de3e13168]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[source_a0512042bed029552084c95311b0b939]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[source_270029672e3c3bc45b34ed1de3e13168]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[source_a0512042bed029552084c95311b0b939]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[source_270029672e3c3bc45b34ed1de3e13168]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[source_a0512042bed029552084c95311b0b939]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[source_270029672e3c3bc45b34ed1de3e13168]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[source_a0512042bed029552084c95311b0b939]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[source_270029672e3c3bc45b34ed1de3e13168]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[source_a0512042bed029552084c95311b0b939]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[source_270029672e3c3bc45b34ed1de3e13168]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8cda1836d28e104bdfdfe1bf912bb5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df2a9b61f399482cd4d16d05593d9d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8d811ca3c1e38d5b852c10b14f6d5bbb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77304b613125808aba4b70acae43cb96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46599e8ac635e36f4cec1433c8fbd8f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070137f4ff1e886559cf6d7c1e84bd38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3eed9420e4545b09923cdd2c125c974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08fff880f4f7c3675992f30cd794b29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3ddaae0bb407149e33a9781db7ea34e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d2aeda683680a9cd18e9e95f3d36c67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4724e4912ff89b3ba7fa30ea8cb0d32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1f12a124111e951247bf91c60a6edb3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c677d2a277ebfe42d4db8ae0e5eff29b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3c5e774b1da5230e6c4b6371487ef4fd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91e9cac00298cc593d128fff413c0d26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74e8bdb80ecc48da0fedf8907eb15a23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2ee0fb45cbe64da004886345d5a55cad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2bf5e1a5065215e255685c0c8b1b90d2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fc0f5e1ecfffa2d3a71d28e2539d9c0d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fc0f5e1ecfffa2d3a71d28e2539d9c0d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2de942e297b31f0c68a116438145021d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2de942e297b31f0c68a116438145021d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a6c6c35c082ee44653ea6a4d2b5e05ba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a6c6c35c082ee44653ea6a4d2b5e05ba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1b106493a25f742acca16864420e380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9f6ec350357081228540da839bb2b4e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1b3190f021a717bd393f3e58a6d703b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ddc5bb2e4ce7bb3223619e614bdf684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bb961b59ac916470d9b437d2f728c09f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8a628162a0b4b38068bec90e53cd5c77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data story for city mobility planners deciding where transit recovery needs intervention. Use the monthly ridership series exactly. Build a cumulative narrative from system recovery to route divergence, weekend weakness, service reliabili…</a:t>
            </a:r>
            <a:endParaRPr lang="en-US" sz="1900" dirty="0"/>
          </a:p>
        </p:txBody>
      </p:sp>
      <p:sp>
        <p:nvSpPr>
          <p:cNvPr id="6" name="element_32957386765374be2f4243f633620c33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304326fb2f2779981f4682ef211f0845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0e307b43a1b4d0f8b2f38a03a62aa528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aa92ca95dfca80e23d877856df66aec0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19d3ff46068714a6597a04a3f2bb379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bcd1f18ac45fdc7643773eb74f6586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7caed7166fa20f61782f967c665b9f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3583a85c2ef40a738b7df99826daf5a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d4a726965f78a9e8ffb2e3179b20caad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fc34b1df1d783bf18d71e956ef1cb258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951dc38f31a2d66ddd4f7b113ecc0e8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211ff7c09b8a4699dfb52903fff6268b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e85261d00e8218fa06c51726a8065c9c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6586025476bce2e8694e63e72de5198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6bb0c8ae15148bacf29297d1566831d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5fa20ee8d6608622a3b1755e0efbc49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7e5b50a86ff2902975e5288fe9ecbfb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409d5d0bb1d287e24d1924220bf52e8d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7a575d6759ef78c8643716fd8fb58ad9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cebcf194560d0bf7d941d1b860f0eba6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fad7a88a515dcd0ccea1dbdac929080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81bf7b8561e0c6fe2827c1229b9c41bb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f8f1df12e2b411ee10bb3908c9c7f21c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0add19204386e48cd71a675011fe2169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64a40b4a4d8401fdf25eeb7966a4b6cb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3406144707e2e5bd3369a032ebc7f91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8043476a58d6a53cbbd5d291ddffcb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b8bb1213c004279392e90da86b4225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25c354cfe874d74ebb36ea7eac8664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0b0d40634837bd1a18b4b32d481120a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9e070547cac415f3912d95dbd97e04b7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400a7dd982567073638ba3c3049fd723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299f2305be6e6ae9c33496b39e9c1440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d6affed47d6915642f9da3dc010b0247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8ae0d07f41313c846b14d88f32b953ca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8ae0d07f41313c846b14d88f32b953ca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86348c64e9c398e0a5b6b505c3bc45d9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1625178f253a1353ed39d56c8b361fc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61e422f832d96517cb8b63e2219a53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c27b937f3c08f38e108ad768b4d80a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4529516df116c2c737c4360c1f6452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b29f7ff8aee2602e5ba37a7266c41f5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78ef4a6930a0729956b732dc381578c3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384a21d7bcbad1469111db77e99b765e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b84a78ddedaf355473c4164e63886c19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d81ccb6aa741827dc05bcd4a2326fc35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d629e238148e6636f01b2f92b8c22ab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f94f83ccb35290d654d6165101398d2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data story for city mobility planners deciding w…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2026-07-21T23:57:16Z</dcterms:created>
  <dcterms:modified xsi:type="dcterms:W3CDTF">2026-07-21T23:57:16Z</dcterms:modified>
</cp:coreProperties>
</file>