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[source_556208723eebf0c7d6e856d3fb5d9790]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[source_15d847840846dfe1ba8daac55fdc5005]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[source_556208723eebf0c7d6e856d3fb5d9790]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[source_15d847840846dfe1ba8daac55fdc5005]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[source_556208723eebf0c7d6e856d3fb5d9790]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[source_15d847840846dfe1ba8daac55fdc5005]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[source_556208723eebf0c7d6e856d3fb5d9790]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[source_15d847840846dfe1ba8daac55fdc5005]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[source_556208723eebf0c7d6e856d3fb5d9790]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[source_15d847840846dfe1ba8daac55fdc5005]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[source_556208723eebf0c7d6e856d3fb5d9790]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[source_15d847840846dfe1ba8daac55fdc5005]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[source_556208723eebf0c7d6e856d3fb5d9790]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[source_15d847840846dfe1ba8daac55fdc5005]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b5037a0c0d268078e9b0f2dd61f39e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599e4ab0d2e0f0c5b31c6c83788cfd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d4e5e32478cf2a6417c47e923d9d2731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179f3006fd3fe67dde9f69aa716e59ce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fcaa919a6f54976cecb90af7ac94b6f7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6ab566475829fc2c0afe3310429ad027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429ad1c997f0a6b00281a00eccb6bcf4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517dd6587a6bec63764e5c04a7dcb9e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4220b4133a36b7f3762b135c660113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f48634a2d3d056e4df6cea773cb99ec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d32c77ab29b0a2b0ace9b997f85c341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50719f810cd1de3279bdd14b5f981e5f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e4519f3757802b6343d1da4c982d4dd8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7c6e341e0f78f24306c868ae0ae46c60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20d3e8e7b12b0a020e39cc8478bfd717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fae06308aa82b166c70efc003c235797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6e8c811f2d227c0f4747d9c248204436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0865699fdfe49c181e4f87fa8ccaaf4a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be28648d0e0e64ab5f9d75041d63f421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be28648d0e0e64ab5f9d75041d63f421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678fd5a63e59b51e382bd4b33d777e5c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678fd5a63e59b51e382bd4b33d777e5c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dcd77bb746edc37a595ce4f322e0b40a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dcd77bb746edc37a595ce4f322e0b40a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46d8ce6d011da9f2318c73009d583f8d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aa7eb23bdeb551505435bb615814cee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86019d08481178159fff1bbd5c7654b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396f6432586c81c99fac8b268b2606f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c8a2979c85e4be877091385620391d53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252765fe3a91e78655d3193a545d105c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investment-committee underwriting deck for a regional expansion. Show the thesis, unit economics, sources-and-uses waterfall, base/upside/downside scenarios, sensitivities, risks, and recommendation. Use only the supplied assumptions. Inc…</a:t>
            </a:r>
            <a:endParaRPr lang="en-US" sz="1900" dirty="0"/>
          </a:p>
        </p:txBody>
      </p:sp>
      <p:sp>
        <p:nvSpPr>
          <p:cNvPr id="6" name="element_40c9814127c7a4bb266a6bd10b39496f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284adb9547d1d931e205073f8d037766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bf07cdf723a30e0ffc8c30429870d724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b669607bec7f457ec1758f1513d261c4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76d5822f38e043bffeeffa7255ad772a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6e74fbde66b36de29c80015cd5d268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b06d0cca583d05eec8a645f3261534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856a63f978493fc9f95fd073f6d6e57e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ce5c3363d90eff88fd501df8b4ee36d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6947db4a384f674c8910497bf136750b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71bd650ed9097fc7b719af3cc9f364a7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78edc33b8bcf0f774bafb52e707ff901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8942eba608959ea36400515ec127047a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741cf2f29465c1073a74c6f94df4f54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8d9052de2e9979b74c8c6a31a05df9f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3918adb40b90eb88f009a7733ea312d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d93ffcab93d75cc913e98f351d4272f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11a0c34924a2e8f75f0147fb81e50b6f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3fb24eb26871743d3092ec15206ed666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fd9dce8452b2a6a77144dc23865558a1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ae681ece3a178392cac7a30a2b0529bd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4a6686135c3c0b415d9de322edec9843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c15c6c31e4af73653586467c97350499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c7592c53cfe60579873a4603e560da0f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de045d76b544eea142c799fb8f1a7fee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698896447edc2c5acf197f2a99d61f9b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afa690bbc06d35aefa6ed12a851795b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a7907be40fd7af056e956f29b5fd09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e20c7d5e72610a24411a2d2fe47361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82ff217d07d27f2984d728647f12e05e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85dd55c07a5257959d69b069da270cf9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9fde816590a00e184255527de29ad945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46ea901e52ba7f41f9c8bc3e3fc6fcdb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20cf090e1a34fea84938c7979c9e0e40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e3fd7d110a2778bcc4c1127ed6d6072b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e3fd7d110a2778bcc4c1127ed6d6072b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be118f86ba89eca2245a1be8e4426316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946bb2486926b0a0a535cda23af6754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f43769c9850c9c962dbdeed5938fc3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e5fa254fc6a6e3fec587b747a7bf99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b740e5bbcbc1f935f7951053962f62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54b29616fd72cb133df97268d9a154b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0fb13130ff76c9d8afba9a3dc0099789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613a7c3feff5ca5b2a653a9ac69b26f7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7f11130ec3c7aed1252834f8cea41e89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d4305e86a3d8bc4271382a91c1dd842b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1e2ce13bb3ff61c44f14cb086c47789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e993a218a5accf853638cdc1d4b64ce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investment-committee underwriting deck for a reg…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2026-07-21T23:56:08Z</dcterms:created>
  <dcterms:modified xsi:type="dcterms:W3CDTF">2026-07-21T23:56:08Z</dcterms:modified>
</cp:coreProperties>
</file>