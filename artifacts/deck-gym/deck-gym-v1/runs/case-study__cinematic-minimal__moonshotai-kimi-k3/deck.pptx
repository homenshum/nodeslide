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[source_b3021939e9f5baa8a3deab29f87f171f]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[source_8fd3521f69c741d4ab9a918ca81f80bb] claims-before-after.csv
Citation: Uploaded file: claims-before-after.csv
metric,before,after,unit
median_cycle_time,8.4,5.9,days
manual_touches,6.1,3.8,touches
rework_rate,14.2,9.6,percent
on_time_completion,71,84,percent
Disclaimer: User supplied
[source_831447d21a9172fa8dd9839369e46120]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[source_b3021939e9f5baa8a3deab29f87f171f]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[source_8fd3521f69c741d4ab9a918ca81f80bb] claims-before-after.csv
Citation: Uploaded file: claims-before-after.csv
metric,before,after,unit
median_cycle_time,8.4,5.9,days
manual_touches,6.1,3.8,touches
rework_rate,14.2,9.6,percent
on_time_completion,71,84,percent
Disclaimer: User supplied
[source_831447d21a9172fa8dd9839369e46120]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[source_b3021939e9f5baa8a3deab29f87f171f]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[source_8fd3521f69c741d4ab9a918ca81f80bb] claims-before-after.csv
Citation: Uploaded file: claims-before-after.csv
metric,before,after,unit
median_cycle_time,8.4,5.9,days
manual_touches,6.1,3.8,touches
rework_rate,14.2,9.6,percent
on_time_completion,71,84,percent
Disclaimer: User supplied
[source_831447d21a9172fa8dd9839369e46120]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[source_b3021939e9f5baa8a3deab29f87f171f]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[source_8fd3521f69c741d4ab9a918ca81f80bb] claims-before-after.csv
Citation: Uploaded file: claims-before-after.csv
metric,before,after,unit
median_cycle_time,8.4,5.9,days
manual_touches,6.1,3.8,touches
rework_rate,14.2,9.6,percent
on_time_completion,71,84,percent
Disclaimer: User supplied
[source_831447d21a9172fa8dd9839369e46120]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[source_b3021939e9f5baa8a3deab29f87f171f]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[source_8fd3521f69c741d4ab9a918ca81f80bb] claims-before-after.csv
Citation: Uploaded file: claims-before-after.csv
metric,before,after,unit
median_cycle_time,8.4,5.9,days
manual_touches,6.1,3.8,touches
rework_rate,14.2,9.6,percent
on_time_completion,71,84,percent
Disclaimer: User supplied
[source_831447d21a9172fa8dd9839369e46120]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[source_b3021939e9f5baa8a3deab29f87f171f]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[source_8fd3521f69c741d4ab9a918ca81f80bb] claims-before-after.csv
Citation: Uploaded file: claims-before-after.csv
metric,before,after,unit
median_cycle_time,8.4,5.9,days
manual_touches,6.1,3.8,touches
rework_rate,14.2,9.6,percent
on_time_completion,71,84,percent
Disclaimer: User supplied
[source_831447d21a9172fa8dd9839369e46120]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[source_b3021939e9f5baa8a3deab29f87f171f] Create a seven-slide case study for operations executives deciding wh… — creation brief
Citation: Create a seven-slide case study for operations executives deciding whether to replicate a claims-processing intervention. Show the initial state, intervention, adoption path, measured before/after outcomes, operator evidence, limitations, and replication decision. Use the supplied data exactly. Include a before/after comparison, editable process diagram, outcome chart, and evidence panel. Do not imply causality beyond the observed before/after association. Design direction: Use a cinematic minimal direction: fewer words, larger visual centers, deliberate scale changes, one memorable visual climax, and quiet transition beats. Keep all evidence honest and editable.
Disclaimer: Internal working material
[source_8fd3521f69c741d4ab9a918ca81f80bb] claims-before-after.csv
Citation: Uploaded file: claims-before-after.csv
metric,before,after,unit
median_cycle_time,8.4,5.9,days
manual_touches,6.1,3.8,touches
rework_rate,14.2,9.6,percent
on_time_completion,71,84,percent
Disclaimer: User supplied
[source_831447d21a9172fa8dd9839369e46120] intervention.md
Citation: Uploaded file: intervention.md
The intervention introduced structured intake, one review checkpoint, and exception routing. The benchmark authorizes an observed before/after association only; it does not establish a causal effect.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2d2c8189e6f565cb5e6368ad5f2fbf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cffb834699c67cf612de6bd382d2215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f93f0a0816a8db6b77f7aee22eeb6a04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54c678cb3715968e121ce77e9228f7f0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ea3e57e5484acbdfd00141d565432ba6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de865553244259db8d9394195efe02da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da9d5cdca2750f1b87962d6f0bba6ea2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64480b38bbe1c00aee3699f1050e0b3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2f88ccac65fb43e32775f51e8aee603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fb280fac04c0b143a34d312e455b827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d4be91ef819e30dea844a969f6c6bd1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aa0bc3c08989be8e45b7c3f2c07fe309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95620fe8bb232d155ebdef8b2271ee08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f51949615d4c64cf3b120bd43839f9e1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b9dd041c96966d994d4da66c07c6d638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5140981a6aafc911c1f376b408acfeae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baa1ad3a9ba93eba05ecbe41e49301f7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e2f4cf17ecc11f53c2594be811450022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495c633d181047256d766891af460f51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495c633d181047256d766891af460f51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153a59a5a66b3cc338e4be1a30ca9c8d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153a59a5a66b3cc338e4be1a30ca9c8d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90539826850bf22f2033580b359aa88b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90539826850bf22f2033580b359aa88b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6d99da3b9d2ee1c204bd02e5afbe40cd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64100b1b1329380bd8de26967f897c5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73efff67c3a46e9fb711e63be12b0c4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995aaf97250eb629ae277861c6683e5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e087a920e332d2839dead7cc443a2b10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941dfda44f293c9e9dd39e3c4cbb11c9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case study for operations executives deciding whether to replicate a claims-processing intervention. Show the initial state, intervention, adoption path, measured before/after outcomes, operator evidence, limitations, and replication deci…</a:t>
            </a:r>
            <a:endParaRPr lang="en-US" sz="1900" dirty="0"/>
          </a:p>
        </p:txBody>
      </p:sp>
      <p:sp>
        <p:nvSpPr>
          <p:cNvPr id="6" name="element_88bcd4be7f75f6208251dd51a9830430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934c5816bc0cd210f0f604a1c592990e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7c4bb9de4a834f9717deae25f60f65f2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bafd6d5f649f3526accbbbc039b395c9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bd4ab23842abeb8e69dca849b77b49c3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a60502a36b9eb0e1bdab2fe19eaf29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b20be9f9e0a8cbd00b068803ac1d41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680dc7627b21ef45ca78717b742b0c3f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3a28d620c4ee582a5c1410f3b42dff71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505f00598c5661f6417d66d9b612ca4e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72d5e6a3e81ce2358dffdfe15256a0c9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2c9d0de36f3f5720b58f6d5fe42db299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0014605fe3bc3a52898ff14f69bf0f78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63f9667380ad5b2c303f122c056e6fd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4246b7415cc040093f9f2e69ac158f2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8bc26a540226b9e9bbeed0221ba18a1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2b0b707efca21dec228476c1d7d02f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36e5cdbeee19a1af57042581b61c9434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08c0ce63c98853e688041460c7f20675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d85839edfef30c8e81152431eadd0c6e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411da4af787e51486a41e1c246e09f42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26c8a71a242bb6c7c98de1f38debae99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01930c3f6ffb32b2b3422104c1e75e23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276037caf39e6a49029375668318e8fc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366da353406e4f0e42c893a172028411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ef2585b92abe285e3e82ffdc44eb37aa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47114d926dd407ad3bc97868d01afc1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d9d0665a1580f91fcf1c1d9ec74247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e471af6754db1d02b9852d46d580c46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14a155a3acf0a9cc5440b0a00fd9be1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3105b8dfde04889d2051dbe5d27f375b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a255daa2e312c5faef724d996314707a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49f398a8e3f970d94c4a1b35f6e8639d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8174d01aa49ef7f15cc63aa99d56b608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3f9a1bc2a4159e3721e19213c39b2839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3f9a1bc2a4159e3721e19213c39b2839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81b3385068247e75261312872cd25c69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602f810e2b32307cf797321b91c27dd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2cbc80111041d35f94bdc5610954b1e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cbd6fff02e45bb97e4335fa023007dd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1a16c3d04cde72ec70af1215a7ed6b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12121a0f0521f7df4dcc518dcbac25a2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cca5fc57bb7d6619f7547510b62b16d7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c0a60bce904ab51a54e6bd5dcae2cbed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bd91187a3e1e0ec2de60a60e8622c86f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64485bd969b515672c4ec40226453a7f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ada4d2b609bff92c8f02f54c0a89583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e042a40819d3d8a2503e0860849fbe3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case study for operations executives deciding wh…</dc:title>
  <dc:subject>Create an editable, reviewable presentation from this idea</dc:subject>
  <dc:creator>NodeSlide</dc:creator>
  <cp:lastModifiedBy>NodeSlide</cp:lastModifiedBy>
  <cp:revision>1</cp:revision>
  <dcterms:created xsi:type="dcterms:W3CDTF">2026-07-22T00:01:09Z</dcterms:created>
  <dcterms:modified xsi:type="dcterms:W3CDTF">2026-07-22T00:01:09Z</dcterms:modified>
</cp:coreProperties>
</file>