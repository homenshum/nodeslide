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Paid Workspaces</c:v>
                  </c:pt>
                  <c:pt idx="1">
                    <c:v>Monthly Active Operators</c:v>
                  </c:pt>
                  <c:pt idx="2">
                    <c:v>Weekly Workflows</c:v>
                  </c:pt>
                  <c:pt idx="3">
                    <c:v>Net Revenue Retention</c:v>
                  </c:pt>
                  <c:pt idx="4">
                    <c:v>Median Setup Time</c:v>
                  </c:pt>
                </c:lvl>
              </c:multiLvlStrCache>
            </c:multiLvlStrRef>
          </c:cat>
          <c:val>
            <c:numRef>
              <c:f>Sheet1!$B$2:$B$6</c:f>
              <c:numCache>
                <c:formatCode>General</c:formatCode>
                <c:ptCount val="5"/>
                <c:pt idx="0">
                  <c:v>84</c:v>
                </c:pt>
                <c:pt idx="1">
                  <c:v>1260</c:v>
                </c:pt>
                <c:pt idx="2">
                  <c:v>18400</c:v>
                </c:pt>
                <c:pt idx="3">
                  <c:v>118</c:v>
                </c:pt>
                <c:pt idx="4">
                  <c:v>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[source_9b73d93fa22acedfd0e2469c9ec21164]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[source_00c33921787c3cadededb45166fca2fc]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[source_cbba74208487c0affe814e96ff0ea22c]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[source_9b73d93fa22acedfd0e2469c9ec21164]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[source_00c33921787c3cadededb45166fca2fc]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[source_cbba74208487c0affe814e96ff0ea22c]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[source_9b73d93fa22acedfd0e2469c9ec21164]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[source_00c33921787c3cadededb45166fca2fc]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[source_cbba74208487c0affe814e96ff0ea22c]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“The uploaded values remain an editable chart.”
Evidence note: Content is based on the supplied creation brief. Illustrative examples are not independently verified; replace them with measured evidence before external publication.
NodeSlide sources
[source_9b73d93fa22acedfd0e2469c9ec21164]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[source_00c33921787c3cadededb45166fca2fc]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[source_cbba74208487c0affe814e96ff0ea22c]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[source_9b73d93fa22acedfd0e2469c9ec21164]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[source_00c33921787c3cadededb45166fca2fc]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[source_cbba74208487c0affe814e96ff0ea22c]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[source_9b73d93fa22acedfd0e2469c9ec21164]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[source_00c33921787c3cadededb45166fca2fc]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[source_cbba74208487c0affe814e96ff0ea22c]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[source_9b73d93fa22acedfd0e2469c9ec21164]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[source_00c33921787c3cadededb45166fca2fc]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[source_cbba74208487c0affe814e96ff0ea22c]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8468da601d0c5221d2b1724d3aa2cc26"/>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18bb8172489c5000ed8421e1e33b8ef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18f2fbe996140d42ad6ae65b32d92812"/>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37822d62d15c4dc78195057de5ab0c51"/>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d8e01cfbab3d8cc48fedb909009aae09"/>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bf386059f5eb5442076e9906e6a10c42"/>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7a095fbfde8920733cd7106979b899b0"/>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866deb2cd8ab939c9310ec9967ffeed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b1e603b77060a61195e89a77ee11056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90f5e26cca20b016a1507e1c101bd6c1"/>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bd265cb59cab8c47b1b077de6cd6bbc1"/>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3b539018788a5fbc31c454a35fc3632b"/>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281eeca96a833a65c5fb1a18d06ea367"/>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99318c03cba93bbb8cffb302ad216ef8"/>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5753c9ad4f48c75de79aabbf594a9e0e"/>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f6e8d7c32f0df19055b474c4281a1cde"/>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e8e7dd3891aa023c94a6ded24209cdfe"/>
          <p:cNvSpPr/>
          <p:nvPr/>
        </p:nvSpPr>
        <p:spPr>
          <a:xfrm>
            <a:off x="7019978" y="4375404"/>
            <a:ext cx="243834" cy="164592"/>
          </a:xfrm>
          <a:prstGeom prst="line">
            <a:avLst/>
          </a:prstGeom>
          <a:noFill/>
          <a:ln w="25400">
            <a:solidFill>
              <a:srgbClr val="7566A8"/>
            </a:solidFill>
            <a:prstDash val="solid"/>
            <a:tailEnd type="triangle"/>
          </a:ln>
        </p:spPr>
      </p:sp>
      <p:sp>
        <p:nvSpPr>
          <p:cNvPr id="10" name="element_a21c1cf1fa04259b4b8301270c8f55ce"/>
          <p:cNvSpPr/>
          <p:nvPr/>
        </p:nvSpPr>
        <p:spPr>
          <a:xfrm>
            <a:off x="9194977" y="4375404"/>
            <a:ext cx="243834" cy="164592"/>
          </a:xfrm>
          <a:prstGeom prst="line">
            <a:avLst/>
          </a:prstGeom>
          <a:noFill/>
          <a:ln w="25400">
            <a:solidFill>
              <a:srgbClr val="7566A8"/>
            </a:solidFill>
            <a:prstDash val="solid"/>
            <a:tailEnd type="triangle"/>
          </a:ln>
        </p:spPr>
      </p:sp>
      <p:sp>
        <p:nvSpPr>
          <p:cNvPr id="11" name="element_096d08a9cd4dfb052e511bf6658364b1"/>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096d08a9cd4dfb052e511bf6658364b1: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186e16f2f37156dfc9fef5c9ed2046a8"/>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186e16f2f37156dfc9fef5c9ed2046a8: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9248f6cc3db2a17717033f135a0758d1"/>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9248f6cc3db2a17717033f135a0758d1: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77282c2e8c481f35987340ed5c9244c8"/>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acca33be7358efcfbea4ddf15c73532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b00526d8a762bda9415941e800137b01"/>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ed74782909b7ff683ae9153049530476"/>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d40a8bb252baea1db9e74095dc9c1b00"/>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de7e3ebf9ebde87f4d1d0a476b4067ec"/>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an evidence-led seven-slide Series A roadshow for early-stage enterprise software investors deciding whether RelayOS merits diligence. Use only the attached operating metrics and product facts. Show the workflow problem, product transformation, tractio…</a:t>
            </a:r>
            <a:endParaRPr lang="en-US" sz="1900" dirty="0"/>
          </a:p>
        </p:txBody>
      </p:sp>
      <p:sp>
        <p:nvSpPr>
          <p:cNvPr id="6" name="element_ccd8eb793df62dc990436c497d41e280"/>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d9d905c325cdd46cd100e117f19b334e"/>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1ead13cf37ddc351ef2d6bd1e20d60f2"/>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b9f6cbab2bcc5cc936cfccf0fe4ada6b"/>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5d36bd0586e75ef9945e2de548c34217"/>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08b4da0c0d3a4662bb95fcb25ce71c1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baa659532c5172f88c1cf1b1fc21881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9a7aa680690986537efce1208274c3b5"/>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uploaded values remain an editable chart.</a:t>
            </a:r>
            <a:endParaRPr lang="en-US" sz="3800" dirty="0"/>
          </a:p>
        </p:txBody>
      </p:sp>
      <p:sp>
        <p:nvSpPr>
          <p:cNvPr id="5" name="element_f03669d65572f9ad25cd0724f1333e3c"/>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Labels and values stay in the canonical deck spec for direct editing, validation, and native export.</a:t>
            </a:r>
            <a:endParaRPr lang="en-US" sz="1900" dirty="0"/>
          </a:p>
        </p:txBody>
      </p:sp>
      <p:sp>
        <p:nvSpPr>
          <p:cNvPr id="6" name="element_cd8469ea328070be03be76dd751e92e8"/>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Data-bound bars</a:t>
            </a:r>
            <a:endParaRPr lang="en-US" sz="1700" dirty="0"/>
          </a:p>
        </p:txBody>
      </p:sp>
      <p:sp>
        <p:nvSpPr>
          <p:cNvPr id="7" name="element_f9163bff855032bac9eed17990844061"/>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Source-linked values</a:t>
            </a:r>
            <a:endParaRPr lang="en-US" sz="1700" dirty="0"/>
          </a:p>
        </p:txBody>
      </p:sp>
      <p:sp>
        <p:nvSpPr>
          <p:cNvPr id="8" name="element_99a74dfbe0aeb8f59c12e1dd52fc3b9e"/>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Editable labels</a:t>
            </a:r>
            <a:endParaRPr lang="en-US" sz="1700" dirty="0"/>
          </a:p>
        </p:txBody>
      </p:sp>
      <p:graphicFrame>
        <p:nvGraphicFramePr>
          <p:cNvPr id="9" name="element_6742f5e6b927f5b4bb8df2c9b619e0ad"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4db8737caf538748260f87c3f75fe9b5"/>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09790e7fbefed5dcaab19a9217d6fde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378aed93160b2f343b61906a8c941b22"/>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1aadfdba7f9d5b49eb13eaa5ad9730e"/>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66648e825bff0af1c08b17c95ca83c7a"/>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514208c76125f2dd61b31af75d10f0e4"/>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8cbb763eac501cb36bc5ff711fedd507"/>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8a36fe73665c9e6c954a3bd6aad3a7a8"/>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4b475b6e20592dd79c66c0b73879174f"/>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055c43556d2b23fdc4714d8a3e5ddcc8"/>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c61e6f807a6f1418d9b05b49c237b075"/>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8814f82c1a14d2f66ac9d4d3d2a48316"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c2d0de0cfbfba94ddd231e5c9066a6eb"/>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ae23685cf19e0ba1e1d978219f2e521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d383e9d7f3e583989ca514e007373b37"/>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b0637614ec1c27ea33e9ca9415ecd1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1cdcabf95b45d35b185a2a467db13ea4"/>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83170cd6c9898d814a3e8dc1d5498404"/>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b843c51d293c37fadc11daca3133b420"/>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aace7f38b745ca8cc08a27f988e81431"/>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421c57848559e50baccecd92b3262cb0"/>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e4699d82636686d86d22bb90a7512a00: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e4699d82636686d86d22bb90a7512a00: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f45f60c07ab501284692a5cc3bcf081c"/>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b1c422fa8807818b468c4f7b62722ad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c65a553faeae039e25121d3a871907d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0b33298585e0f8316a77e8aa7f034ab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1bc3b1bc4268e01f0cb09dfd5fc1bbb0"/>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dfade867d026182aab591624a27ec029"/>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c0061eb083d679e860a384da01de73c7"/>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0ac660e85ecd76a4ec0451de189e14fd"/>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7d7605c2824e3a36d652c33265c69da3"/>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b4f8d2089c79b3c295ff75f8f6a29066"/>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e977c913fb1669fa32abdfc42298cdb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725d2d69937a14a08dcae9841234805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an evidence-led seven-slide Series A roadshow for early-stage…</dc:title>
  <dc:subject>Create an editable, reviewable presentation from this idea</dc:subject>
  <dc:creator>NodeSlide</dc:creator>
  <cp:lastModifiedBy>NodeSlide</cp:lastModifiedBy>
  <cp:revision>1</cp:revision>
  <dcterms:created xsi:type="dcterms:W3CDTF">2026-07-21T23:51:23Z</dcterms:created>
  <dcterms:modified xsi:type="dcterms:W3CDTF">2026-07-21T23:51:23Z</dcterms:modified>
</cp:coreProperties>
</file>