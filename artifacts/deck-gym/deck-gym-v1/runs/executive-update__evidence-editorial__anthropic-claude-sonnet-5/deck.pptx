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[source_0a25e783c4df1eff32a3e0916f057752]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[source_9226cf955432d188b24cfc201cc1d040] q2-kpis.csv
Citation: Uploaded file: q2-kpis.csv
metric,q1,q2,target
revenue_musd,4.2,4.8,5.0
new_pipeline_musd,9.1,7.4,10.0
win_rate_percent,24,21,28
implementation_days,46,39,35
gross_retention_percent,93,94,95
Disclaimer: User supplied
[source_b8569dffa184655ae4efc2c7780f36a6]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[source_0a25e783c4df1eff32a3e0916f057752]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[source_9226cf955432d188b24cfc201cc1d040] q2-kpis.csv
Citation: Uploaded file: q2-kpis.csv
metric,q1,q2,target
revenue_musd,4.2,4.8,5.0
new_pipeline_musd,9.1,7.4,10.0
win_rate_percent,24,21,28
implementation_days,46,39,35
gross_retention_percent,93,94,95
Disclaimer: User supplied
[source_b8569dffa184655ae4efc2c7780f36a6]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[source_0a25e783c4df1eff32a3e0916f057752]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[source_9226cf955432d188b24cfc201cc1d040] q2-kpis.csv
Citation: Uploaded file: q2-kpis.csv
metric,q1,q2,target
revenue_musd,4.2,4.8,5.0
new_pipeline_musd,9.1,7.4,10.0
win_rate_percent,24,21,28
implementation_days,46,39,35
gross_retention_percent,93,94,95
Disclaimer: User supplied
[source_b8569dffa184655ae4efc2c7780f36a6]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[source_0a25e783c4df1eff32a3e0916f057752]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[source_9226cf955432d188b24cfc201cc1d040] q2-kpis.csv
Citation: Uploaded file: q2-kpis.csv
metric,q1,q2,target
revenue_musd,4.2,4.8,5.0
new_pipeline_musd,9.1,7.4,10.0
win_rate_percent,24,21,28
implementation_days,46,39,35
gross_retention_percent,93,94,95
Disclaimer: User supplied
[source_b8569dffa184655ae4efc2c7780f36a6]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[source_0a25e783c4df1eff32a3e0916f057752]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[source_9226cf955432d188b24cfc201cc1d040] q2-kpis.csv
Citation: Uploaded file: q2-kpis.csv
metric,q1,q2,target
revenue_musd,4.2,4.8,5.0
new_pipeline_musd,9.1,7.4,10.0
win_rate_percent,24,21,28
implementation_days,46,39,35
gross_retention_percent,93,94,95
Disclaimer: User supplied
[source_b8569dffa184655ae4efc2c7780f36a6]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[source_0a25e783c4df1eff32a3e0916f057752]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[source_9226cf955432d188b24cfc201cc1d040] q2-kpis.csv
Citation: Uploaded file: q2-kpis.csv
metric,q1,q2,target
revenue_musd,4.2,4.8,5.0
new_pipeline_musd,9.1,7.4,10.0
win_rate_percent,24,21,28
implementation_days,46,39,35
gross_retention_percent,93,94,95
Disclaimer: User supplied
[source_b8569dffa184655ae4efc2c7780f36a6]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[source_0a25e783c4df1eff32a3e0916f057752]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[source_9226cf955432d188b24cfc201cc1d040] q2-kpis.csv
Citation: Uploaded file: q2-kpis.csv
metric,q1,q2,target
revenue_musd,4.2,4.8,5.0
new_pipeline_musd,9.1,7.4,10.0
win_rate_percent,24,21,28
implementation_days,46,39,35
gross_retention_percent,93,94,95
Disclaimer: User supplied
[source_b8569dffa184655ae4efc2c7780f36a6]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be50c6a222635ee519665d0f3b331456"/>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2d32c7a996d8520305819aa3b4f80feb"/>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6c5f778708488e9623cf0bc3390dd0e9"/>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758f2cbfc0b1ed8cd8eb207a747dd45e"/>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d72ebca40cad923b3377fbaab50e0c9d"/>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cbcf3a711736c03a2c83a23f0cbf8c25"/>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323052ce562c11914fc5e01cac375d51"/>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3225236d27fdd255e09f087ec53fd28f"/>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03e107cc2ac6edb7de57c828f2dde57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1a51e519d0278387c16943c7feeee9a1"/>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31c372627e12b704d2d38429602717ee"/>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2eec7d5439b5fe60c2d21d0ee63edfd5"/>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636e7f3cfa8518191cfa2ecc7804f25b"/>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18acf6f67009dfe7870ef5200e9c2d93"/>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523230e43c2eb372b56a3d3b3bfcaa91"/>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f3ab6e1ebf099b2c3bf2002e299ca085"/>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942484d3e553eee7a18143499f33b6e4"/>
          <p:cNvSpPr/>
          <p:nvPr/>
        </p:nvSpPr>
        <p:spPr>
          <a:xfrm>
            <a:off x="7019978" y="4375404"/>
            <a:ext cx="243834" cy="164592"/>
          </a:xfrm>
          <a:prstGeom prst="line">
            <a:avLst/>
          </a:prstGeom>
          <a:noFill/>
          <a:ln w="25400">
            <a:solidFill>
              <a:srgbClr val="7566A8"/>
            </a:solidFill>
            <a:prstDash val="solid"/>
            <a:tailEnd type="triangle"/>
          </a:ln>
        </p:spPr>
      </p:sp>
      <p:sp>
        <p:nvSpPr>
          <p:cNvPr id="10" name="element_de532398e8981dffccdef0de02e9d554"/>
          <p:cNvSpPr/>
          <p:nvPr/>
        </p:nvSpPr>
        <p:spPr>
          <a:xfrm>
            <a:off x="9194977" y="4375404"/>
            <a:ext cx="243834" cy="164592"/>
          </a:xfrm>
          <a:prstGeom prst="line">
            <a:avLst/>
          </a:prstGeom>
          <a:noFill/>
          <a:ln w="25400">
            <a:solidFill>
              <a:srgbClr val="7566A8"/>
            </a:solidFill>
            <a:prstDash val="solid"/>
            <a:tailEnd type="triangle"/>
          </a:ln>
        </p:spPr>
      </p:sp>
      <p:sp>
        <p:nvSpPr>
          <p:cNvPr id="11" name="element_cf4ee32e659a2527251608dac558b42d"/>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cf4ee32e659a2527251608dac558b42d: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7866dc04b7ab3593af1b4d3ef62dd729"/>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7866dc04b7ab3593af1b4d3ef62dd729: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44bea2d90b124e4c61db9eab4f4922ae"/>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44bea2d90b124e4c61db9eab4f4922ae: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235429a0415e6f76f2dd02029c20549a"/>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12ec5b72b032c284b19c84801a56b2d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5cc51e9317b91e8859eb1917307187d7"/>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e2ce35838ff47d194dae2d1c4947725e"/>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6e31ea017a5b1cb78e150749ce9a838d"/>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8b7477861a1033e149f10b1a5b56ba23"/>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Q2 operating review for executives choosing two interventions for Q3. Use the supplied KPI and risk data exactly. Open with the operating verdict, show KPI movement, explain the conversion bottleneck, rank risks, compare intervention opti…</a:t>
            </a:r>
            <a:endParaRPr lang="en-US" sz="1900" dirty="0"/>
          </a:p>
        </p:txBody>
      </p:sp>
      <p:sp>
        <p:nvSpPr>
          <p:cNvPr id="6" name="element_f072f0cc33eef996f50f43a3357c4358"/>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1a922fedb45c522f157cd10ab6a6af3f"/>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0072f0fef08c19cb493f99483805c5c6"/>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ce32ac2832b009061169db01d740574b"/>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0cbfcff186397e1a259872bee0859448"/>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ababc116bcec3f404545a042f464e832"/>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a49b428146b397cebaa87a4b76ad989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e640c7d96c05700dabe9d1f0f954f74d"/>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f536ee2b9a834b3a9f58d380147f8181"/>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eed67107dda7883aa712a1b078ff69b3"/>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4d1520f19a173e0fd10f5f51209c8bfd"/>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47e80e41aa02d6d8df93c6b70ffcd9e2"/>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bcf021f893f15543f977cb21d8649268"/>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24aa978dfce7face7b8b4be2b65471f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1056110aa39b2fb2a266cc941c31e9b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94bfb1a1fdbb7af2e9553b2d1f87cffc"/>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50b461f4c0ee27c8838dfad68524a965"/>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c2ac7fafc60aed5f63e05f4f5f7dfd04"/>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7dfcccaa1033c6c4d9fbbb6108537957"/>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e6255e6e4880ff49d75d2d300829caf4"/>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8e3c33d6fe681cf45f04ee0b912ed4cb"/>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0ed98a413ccb01cdbba3b1aec33b966e"/>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70fccbcb2662d6569e2a37a178b970ec"/>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653e47f3df9dad1a23bf36546fe7afe9"/>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21cb6c980cecc2d7a449dee702a01580"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6d1d48257b41416fb286321736d9294f"/>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47fc51702bfdf8ba45a9ce42a718220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303a172720bc20a72048627eef47e085"/>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ce5e7a0c1da0e574e86bf1d6736fa8fe"/>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1b0a35985b13e123de00033017a772cc"/>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06f0b36fb1b1ca9b0bbda5c698cec92d"/>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77b4e5cc5127d325cd211ea9fc8e01ac"/>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14c4633239010349136fb3194b739598"/>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b5d26a47a951def1c5b212a82aaf6497"/>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dff656357a7b9081a0c4f6cc91935235: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dff656357a7b9081a0c4f6cc91935235: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b74614c11e6431e32d01f4ae9ac0c0af"/>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d65895763170906cd5828dfffe2d1b1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30ebcd92c1f1555fd01f42bb906a647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ecae18e8fd48497cf1a1400ac498757f"/>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db7de3f396875fdb871044e20f59678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542e51ee5eb213ca12cdcd87fd754d18"/>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72e9ff76b72b861912383793680b1285"/>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80acf133847c63e32ebd71308c4277ac"/>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ff3e0d67d94d5f783da9bda6b3d1a7b2"/>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caafc5868600e1d7a149decabe5945b0"/>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039e14b094e42b1d7f1fdef9a2f25d5f"/>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70df9cedc2241be689cdfb3109d8b5d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Q2 operating review for executives choosing two…</dc:title>
  <dc:subject>Create an editable, reviewable presentation from this idea</dc:subject>
  <dc:creator>NodeSlide</dc:creator>
  <cp:lastModifiedBy>NodeSlide</cp:lastModifiedBy>
  <cp:revision>1</cp:revision>
  <dcterms:created xsi:type="dcterms:W3CDTF">2026-07-21T23:55:24Z</dcterms:created>
  <dcterms:modified xsi:type="dcterms:W3CDTF">2026-07-21T23:55:24Z</dcterms:modified>
</cp:coreProperties>
</file>