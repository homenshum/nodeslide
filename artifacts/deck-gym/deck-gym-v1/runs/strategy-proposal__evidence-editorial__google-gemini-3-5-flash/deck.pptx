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[source_68e0c3465d54339815c6f61ebc38db0c]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[source_a52ca7e00a85ee28f1dfc3cd883cca7c]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[source_68e0c3465d54339815c6f61ebc38db0c]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[source_a52ca7e00a85ee28f1dfc3cd883cca7c]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[source_68e0c3465d54339815c6f61ebc38db0c]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[source_a52ca7e00a85ee28f1dfc3cd883cca7c]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[source_68e0c3465d54339815c6f61ebc38db0c]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[source_a52ca7e00a85ee28f1dfc3cd883cca7c]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[source_68e0c3465d54339815c6f61ebc38db0c]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[source_a52ca7e00a85ee28f1dfc3cd883cca7c]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[source_68e0c3465d54339815c6f61ebc38db0c]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[source_a52ca7e00a85ee28f1dfc3cd883cca7c]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[source_68e0c3465d54339815c6f61ebc38db0c] Create a seven-slide strategy proposal for product and go-to-market l… — creation brief
Citation: Create a seven-slide strategy proposal for product and go-to-market leaders selecting an AI support market-entry wedge. Frame the market tension, compare three segments, show capability fit, sequence the roadmap, surface risks, and recommend one option. Use the supplied scoring table exactly. Include an editable landscape, aligned option comparison, roadmap timeline, and recommendation gate. Avoid generic two-by-two decoration without labeled axes. Design direction: Use an evidence-led editorial direction: restrained surface treatment, decisive hierarchy, visible provenance, and an inspectable visual argument on every proof slide. Avoid card grids and decorative dashboards.
Disclaimer: Internal working material
[source_a52ca7e00a85ee28f1dfc3cd883cca7c] segment-score.csv
Citation: Uploaded file: segment-score.csv
segment,urgency,ability_to_pay,data_readiness,sales_complexity
midmarket_saas,5,4,4,2
consumer_fintech,4,5,3,5
healthcare_admin,5,5,2,5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750512bdaa1227c884252aefdde766f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96add16c2f66efeafeeb59f1b142e0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c4a2b2468ad86e1f20304364c2b50a1f"/>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d067d5c4208f18fc2521eed9c12980ea"/>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1d546d9565de2ce51d3f785ac56fa745"/>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47be3135b6265ec847ad8d8851fd4545"/>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14e215da0f71842b1285a778a24ab37b"/>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d40406421308811500ffc109d898c21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e6fc3fdf72e33ccc44f57e1cab0357c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fb411d81f2cf4b0412e8d3342209c22d"/>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4be0c201ebc34e6f6c4aae15316c32e"/>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ff0e433cdf96743fa2fc020d312d76c6"/>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e1350a186267f4055168e4fdd6f1b25b"/>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3f3fd8e57a0b51771548e7afef531198"/>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356def87d731fadbfbdee554092dd302"/>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d4fe3dbb2856f63d077dbf575b5b178b"/>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ea0a03d88bfa38ec06711307b459bb19"/>
          <p:cNvSpPr/>
          <p:nvPr/>
        </p:nvSpPr>
        <p:spPr>
          <a:xfrm>
            <a:off x="7019978" y="4375404"/>
            <a:ext cx="243834" cy="164592"/>
          </a:xfrm>
          <a:prstGeom prst="line">
            <a:avLst/>
          </a:prstGeom>
          <a:noFill/>
          <a:ln w="25400">
            <a:solidFill>
              <a:srgbClr val="7566A8"/>
            </a:solidFill>
            <a:prstDash val="solid"/>
            <a:tailEnd type="triangle"/>
          </a:ln>
        </p:spPr>
      </p:sp>
      <p:sp>
        <p:nvSpPr>
          <p:cNvPr id="10" name="element_896d2b8d7a35cbf8de722643fdf42547"/>
          <p:cNvSpPr/>
          <p:nvPr/>
        </p:nvSpPr>
        <p:spPr>
          <a:xfrm>
            <a:off x="9194977" y="4375404"/>
            <a:ext cx="243834" cy="164592"/>
          </a:xfrm>
          <a:prstGeom prst="line">
            <a:avLst/>
          </a:prstGeom>
          <a:noFill/>
          <a:ln w="25400">
            <a:solidFill>
              <a:srgbClr val="7566A8"/>
            </a:solidFill>
            <a:prstDash val="solid"/>
            <a:tailEnd type="triangle"/>
          </a:ln>
        </p:spPr>
      </p:sp>
      <p:sp>
        <p:nvSpPr>
          <p:cNvPr id="11" name="element_39d295b6dcd11e535f2db4b2757b8b2f"/>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39d295b6dcd11e535f2db4b2757b8b2f: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e0704078acbdea471577bbc76d900352"/>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e0704078acbdea471577bbc76d900352: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1b110ccc81577c22f8727a539f2a8a7f"/>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1b110ccc81577c22f8727a539f2a8a7f: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1a90ec637c2f10fdcc34d2caf858d505"/>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c1ae6209597b6cad5401f43e6512773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1b1010ff68790b4bcd865f950287bfaf"/>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8f27260607ed810ec12e59072475cc8d"/>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ff03d31faee64b4c3840bf96021ec865"/>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94a53230f1d09c5812a580d087a69a88"/>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strategy proposal for product and go-to-market leaders selecting an AI support market-entry wedge. Frame the market tension, compare three segments, show capability fit, sequence the roadmap, surface risks, and recommend one option. Use t…</a:t>
            </a:r>
            <a:endParaRPr lang="en-US" sz="1900" dirty="0"/>
          </a:p>
        </p:txBody>
      </p:sp>
      <p:sp>
        <p:nvSpPr>
          <p:cNvPr id="6" name="element_c8b0840e5d8fba9b495f2ea8a726318d"/>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b2cb5dfabc400fca465fea7304a60a51"/>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342db60d83ac116ec77679b559c36d3b"/>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ffa1958905d77e66bdfed0dd2f082dd8"/>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a1df9da7b3f8c93b0ad608cc13ebdf2c"/>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b63d93779f06a24c4554494e087936d1"/>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eb9825f5b8a1db0375d0c4324bdd0f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824c442901db218283019925e296fc9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b30f7db95be22e25ec54722982a8ed96"/>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bd41ab5c9edaf134c07612c755b8b9a9"/>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61f8a30f0423da220910f7d8af117e02"/>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188a952fc1aa123a7d5c57da95419b64"/>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10ceb0d5e3049f05fb488a2c963b099e"/>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906c336cca8cfed3135afe31eef6ae6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3bc1ef340563037d5735516150549a4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b8eb3fa7aee6a2e2de01559fcf3d74af"/>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6b83aded456551acb03eac8c22b81a31"/>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9086b147155c3cfc494b53c0ed7c303b"/>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8b73d201e60548d3680c46eb61ebf66b"/>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970389375936543b327a4a3f1424e10f"/>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178f382b93ee9fa73efdeccd196db492"/>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54e4059986d2320d4ebfb6c428c3d34d"/>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1b42de90fbc3d2cc76dea007e35bfd2b"/>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63184c938d71d720470b6f66a4378d40"/>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aa02491fe240331d98856ab461f06ba9"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1a3328408d271c4f5619484a61826211"/>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1fd75df9dfb9ce237490aae816ca81a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f54915883ff0b47d113ef221faeb2511"/>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d9fc0617b5c280034222d0e33b4145c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f0ad4631c3d3ac5a1976971230a5d25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66b0e281b25d85b6cecc30ae27d2b80e"/>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0f679d7864362b119fccf7d19c14321c"/>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051bf63f897eee2c2639818a52abf2ee"/>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6977641806f7203efd198a348dc1d13f"/>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5f61c946cb6b3d6a4e7aeaab12e47b7b: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5f61c946cb6b3d6a4e7aeaab12e47b7b: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670d61a62bba670123db49ee38ba9d57"/>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c6642596f1d01a717cb577a2ebbd8eb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ccbadf270e51e531ae560dbbf1031df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3482ca08f3655ae63e19e5e3adc39607"/>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66002e974be807aea0405ae10a676e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bc67da64d32ca4b28de044a59e23a0f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5837d3925ccdec3b77b3b077b81455f1"/>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bf2a84681dc6c648794ee962d7049230"/>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b8294cd7d3659d7408a1ccf571ea4922"/>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69e676455685a5906a91a9d68c02d5ef"/>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8d0d2c1e81c0079e71b9fba21c06a1d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041572ec5931ebe2953e3bb51506047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strategy proposal for product and go-to-market l…</dc:title>
  <dc:subject>Create an editable, reviewable presentation from this idea</dc:subject>
  <dc:creator>NodeSlide</dc:creator>
  <cp:lastModifiedBy>NodeSlide</cp:lastModifiedBy>
  <cp:revision>1</cp:revision>
  <dcterms:created xsi:type="dcterms:W3CDTF">2026-07-21T23:57:38Z</dcterms:created>
  <dcterms:modified xsi:type="dcterms:W3CDTF">2026-07-21T23:57:38Z</dcterms:modified>
</cp:coreProperties>
</file>