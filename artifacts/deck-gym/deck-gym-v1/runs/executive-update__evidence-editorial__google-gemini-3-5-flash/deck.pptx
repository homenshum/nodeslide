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[source_aa1d5ff84ec29d0894cf011d9f6d3b20]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[source_36ddee55c1cc9ce82480ff0c220ca905] q2-kpis.csv
Citation: Uploaded file: q2-kpis.csv
metric,q1,q2,target
revenue_musd,4.2,4.8,5.0
new_pipeline_musd,9.1,7.4,10.0
win_rate_percent,24,21,28
implementation_days,46,39,35
gross_retention_percent,93,94,95
Disclaimer: User supplied
[source_0c180e35fe77654ff9d714e78c7326fb]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[source_aa1d5ff84ec29d0894cf011d9f6d3b20]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[source_36ddee55c1cc9ce82480ff0c220ca905] q2-kpis.csv
Citation: Uploaded file: q2-kpis.csv
metric,q1,q2,target
revenue_musd,4.2,4.8,5.0
new_pipeline_musd,9.1,7.4,10.0
win_rate_percent,24,21,28
implementation_days,46,39,35
gross_retention_percent,93,94,95
Disclaimer: User supplied
[source_0c180e35fe77654ff9d714e78c7326fb]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[source_aa1d5ff84ec29d0894cf011d9f6d3b20]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[source_36ddee55c1cc9ce82480ff0c220ca905] q2-kpis.csv
Citation: Uploaded file: q2-kpis.csv
metric,q1,q2,target
revenue_musd,4.2,4.8,5.0
new_pipeline_musd,9.1,7.4,10.0
win_rate_percent,24,21,28
implementation_days,46,39,35
gross_retention_percent,93,94,95
Disclaimer: User supplied
[source_0c180e35fe77654ff9d714e78c7326fb]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[source_aa1d5ff84ec29d0894cf011d9f6d3b20]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[source_36ddee55c1cc9ce82480ff0c220ca905] q2-kpis.csv
Citation: Uploaded file: q2-kpis.csv
metric,q1,q2,target
revenue_musd,4.2,4.8,5.0
new_pipeline_musd,9.1,7.4,10.0
win_rate_percent,24,21,28
implementation_days,46,39,35
gross_retention_percent,93,94,95
Disclaimer: User supplied
[source_0c180e35fe77654ff9d714e78c7326fb]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[source_aa1d5ff84ec29d0894cf011d9f6d3b20]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[source_36ddee55c1cc9ce82480ff0c220ca905] q2-kpis.csv
Citation: Uploaded file: q2-kpis.csv
metric,q1,q2,target
revenue_musd,4.2,4.8,5.0
new_pipeline_musd,9.1,7.4,10.0
win_rate_percent,24,21,28
implementation_days,46,39,35
gross_retention_percent,93,94,95
Disclaimer: User supplied
[source_0c180e35fe77654ff9d714e78c7326fb]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[source_aa1d5ff84ec29d0894cf011d9f6d3b20]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[source_36ddee55c1cc9ce82480ff0c220ca905] q2-kpis.csv
Citation: Uploaded file: q2-kpis.csv
metric,q1,q2,target
revenue_musd,4.2,4.8,5.0
new_pipeline_musd,9.1,7.4,10.0
win_rate_percent,24,21,28
implementation_days,46,39,35
gross_retention_percent,93,94,95
Disclaimer: User supplied
[source_0c180e35fe77654ff9d714e78c7326fb]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[source_aa1d5ff84ec29d0894cf011d9f6d3b20]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[source_36ddee55c1cc9ce82480ff0c220ca905] q2-kpis.csv
Citation: Uploaded file: q2-kpis.csv
metric,q1,q2,target
revenue_musd,4.2,4.8,5.0
new_pipeline_musd,9.1,7.4,10.0
win_rate_percent,24,21,28
implementation_days,46,39,35
gross_retention_percent,93,94,95
Disclaimer: User supplied
[source_0c180e35fe77654ff9d714e78c7326fb]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9b0df7ccf42b37643447625208568a8a"/>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952b7c849dce6c962759b04e47c5634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90ed97dbb774641fc3392ea20504e2f9"/>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0a7ba13057143e43d9b4d0abc7afdd84"/>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d398561a308c2339701eb7d1d9ecb51d"/>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0d85001b7ba3558445c382d6cae95131"/>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a4b519795a0119a6c518828262d118ba"/>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60eef41e3944e5ccdde042660e3db5bc"/>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8f00f935e8a5b8085cbd617f9ca285e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b5b3abfc6857505b33cee91d20c0f11c"/>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ada413c3f8d9346b7305550296387548"/>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0a4f69e8b7154566f1fd952ddf719e57"/>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a48e3a647d11cc5a0462ef9a16e7e119"/>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4f0ee0a89997dd7f0806f0b458e14110"/>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b2776895c4001c584f5e230f72678a4d"/>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34b5197ad7fb3212aa6a92d5d069fc15"/>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eb8f98ec3607674135e38db02f8c5fa0"/>
          <p:cNvSpPr/>
          <p:nvPr/>
        </p:nvSpPr>
        <p:spPr>
          <a:xfrm>
            <a:off x="7019978" y="4375404"/>
            <a:ext cx="243834" cy="164592"/>
          </a:xfrm>
          <a:prstGeom prst="line">
            <a:avLst/>
          </a:prstGeom>
          <a:noFill/>
          <a:ln w="25400">
            <a:solidFill>
              <a:srgbClr val="7566A8"/>
            </a:solidFill>
            <a:prstDash val="solid"/>
            <a:tailEnd type="triangle"/>
          </a:ln>
        </p:spPr>
      </p:sp>
      <p:sp>
        <p:nvSpPr>
          <p:cNvPr id="10" name="element_8b66e5e82e7a7662b70ba69d447359d9"/>
          <p:cNvSpPr/>
          <p:nvPr/>
        </p:nvSpPr>
        <p:spPr>
          <a:xfrm>
            <a:off x="9194977" y="4375404"/>
            <a:ext cx="243834" cy="164592"/>
          </a:xfrm>
          <a:prstGeom prst="line">
            <a:avLst/>
          </a:prstGeom>
          <a:noFill/>
          <a:ln w="25400">
            <a:solidFill>
              <a:srgbClr val="7566A8"/>
            </a:solidFill>
            <a:prstDash val="solid"/>
            <a:tailEnd type="triangle"/>
          </a:ln>
        </p:spPr>
      </p:sp>
      <p:sp>
        <p:nvSpPr>
          <p:cNvPr id="11" name="element_6e3f52c07ce28800bb01320d8c735360"/>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6e3f52c07ce28800bb01320d8c735360: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0376693747b30df69cfa71e9132ebcf6"/>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0376693747b30df69cfa71e9132ebcf6: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ced5543ff252869c56c051059d60213c"/>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ced5543ff252869c56c051059d60213c: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3c43b31725b979c195a349cebbb9d58b"/>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5692c7c286be0c2ae95d3f40ff51771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b9c1b9290ef7af9d7b7545e562162ab1"/>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c58340219cbe5e6fde0041620485883f"/>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f3ab3ae6864abaf9b2404e8cbe6faecb"/>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036df64493ecd75befd99453fe225878"/>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Q2 operating review for executives choosing two interventions for Q3. Use the supplied KPI and risk data exactly. Open with the operating verdict, show KPI movement, explain the conversion bottleneck, rank risks, compare intervention opti…</a:t>
            </a:r>
            <a:endParaRPr lang="en-US" sz="1900" dirty="0"/>
          </a:p>
        </p:txBody>
      </p:sp>
      <p:sp>
        <p:nvSpPr>
          <p:cNvPr id="6" name="element_166a5925e87a0865cb933c546eb621c3"/>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2c0f2f94704851565885bce423a6fcfd"/>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43f4d38cd196a949725d0b87a9ab018d"/>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dfaf3ed097ff12164eecaeb945a32b7e"/>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1e02d108ccbc59b4ddb26c82d14f1593"/>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6e0c4d223213e316296f0c8ab62111f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e2886d4ccea2e0de244773bf028e0ae5"/>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52600c4177dcd2fd10c1aeb563652ae0"/>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a66682a46f05e66fa5b6e84e6bfffc42"/>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9d6b9aeb716bcf27b8c382da4623cd55"/>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bbf119887876bc150d4a98145c725af2"/>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187a5f62aaee56c94333116237ba3cf3"/>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3111f938c88bf14c4d669f06e0d88823"/>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314b81de1c25714faa8462a03fd3ac4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5e1f40857945615a13f353849d7523c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ba98be7a9947d93d1cc4120cedb4a4f4"/>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d58e66e4fc5a4975a5dea79081f7902c"/>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0659eae1e7e051efb8344f296d0ee72c"/>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90992d7363bb683003b398ef9bb19317"/>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dc8b6634cad4172a0746be7ad8f42f2b"/>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ae8852e35812ccad14dbc9a34cc94fcf"/>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e2a97f0d9cfe45792fb3e61e7672e4ac"/>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e2d49c155fa60cb69d78cb1394bc7bfa"/>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9e13435241207c7ea1656427943a1b9d"/>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1a778ab7de92539f7e0857780c3eec55"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894c354f94652d66ba704de832f05a69"/>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352dbf06eda336c37f465ef61905afd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07d883d448cbe6cf9ad34aacc9254745"/>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36f9b35ecaebb951b1e0ff90d5dacd0b"/>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50a5ec4842e20dd0b55ad02f24c5122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4fde50c82e6e1a74a6a0b4d9d3624e36"/>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aa04919b453cd4a90c2ffe9e349e47bf"/>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0e25cca812285a2edfb7596422f87529"/>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e493b228fdcac19175d67e167e103523"/>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e835efc0518299532576f0f17574e673: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e835efc0518299532576f0f17574e673: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77a34417688986801f15f43fe110c5fb"/>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1340455a5ca941dc3271a40cbcc21329"/>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c941944bead06dd53c524b2000e79b8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a1f5c8ded3e111464f8c89349ed63b42"/>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cf74d6e90fed83c46b2903dc6f735d9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a8829092561c8b2b9444225d80cf3654"/>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592164201796914bd9527c2a95697e4c"/>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681da04ba9953abb6cda4fcbbdb08528"/>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d2582d2e8eb71c560fc815b49b818034"/>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7b3c77043bd139ae71465795c57c5c76"/>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0496f564eb5ff4d52a000fa80dfeb5e0"/>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f89d26beacbda0d30bfb81e2aff022d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Q2 operating review for executives choosing two…</dc:title>
  <dc:subject>Create an editable, reviewable presentation from this idea</dc:subject>
  <dc:creator>NodeSlide</dc:creator>
  <cp:lastModifiedBy>NodeSlide</cp:lastModifiedBy>
  <cp:revision>1</cp:revision>
  <dcterms:created xsi:type="dcterms:W3CDTF">2026-07-21T23:54:53Z</dcterms:created>
  <dcterms:modified xsi:type="dcterms:W3CDTF">2026-07-21T23:54:53Z</dcterms:modified>
</cp:coreProperties>
</file>