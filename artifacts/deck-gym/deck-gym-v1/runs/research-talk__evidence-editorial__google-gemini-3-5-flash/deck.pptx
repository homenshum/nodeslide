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[source_13deeb0955a65d9afb507614eeec7e8e]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[source_8fd65b63b785f24304d371c2254237be] retrieval-results.csv
Citation: Uploaded file: retrieval-results.csv
policy,quality_score,cost_usd,latency_ms
no_retrieval,0.61,0.010,640
always_retrieve,0.78,0.092,1810
adaptive,0.75,0.038,1040
Disclaimer: User supplied
[source_76788fab8a3c0032b2859933ba5ccf95]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[source_13deeb0955a65d9afb507614eeec7e8e]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[source_8fd65b63b785f24304d371c2254237be] retrieval-results.csv
Citation: Uploaded file: retrieval-results.csv
policy,quality_score,cost_usd,latency_ms
no_retrieval,0.61,0.010,640
always_retrieve,0.78,0.092,1810
adaptive,0.75,0.038,1040
Disclaimer: User supplied
[source_76788fab8a3c0032b2859933ba5ccf95]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[source_13deeb0955a65d9afb507614eeec7e8e]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[source_8fd65b63b785f24304d371c2254237be] retrieval-results.csv
Citation: Uploaded file: retrieval-results.csv
policy,quality_score,cost_usd,latency_ms
no_retrieval,0.61,0.010,640
always_retrieve,0.78,0.092,1810
adaptive,0.75,0.038,1040
Disclaimer: User supplied
[source_76788fab8a3c0032b2859933ba5ccf95]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[source_13deeb0955a65d9afb507614eeec7e8e]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[source_8fd65b63b785f24304d371c2254237be] retrieval-results.csv
Citation: Uploaded file: retrieval-results.csv
policy,quality_score,cost_usd,latency_ms
no_retrieval,0.61,0.010,640
always_retrieve,0.78,0.092,1810
adaptive,0.75,0.038,1040
Disclaimer: User supplied
[source_76788fab8a3c0032b2859933ba5ccf95]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[source_13deeb0955a65d9afb507614eeec7e8e]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[source_8fd65b63b785f24304d371c2254237be] retrieval-results.csv
Citation: Uploaded file: retrieval-results.csv
policy,quality_score,cost_usd,latency_ms
no_retrieval,0.61,0.010,640
always_retrieve,0.78,0.092,1810
adaptive,0.75,0.038,1040
Disclaimer: User supplied
[source_76788fab8a3c0032b2859933ba5ccf95]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[source_13deeb0955a65d9afb507614eeec7e8e]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[source_8fd65b63b785f24304d371c2254237be] retrieval-results.csv
Citation: Uploaded file: retrieval-results.csv
policy,quality_score,cost_usd,latency_ms
no_retrieval,0.61,0.010,640
always_retrieve,0.78,0.092,1810
adaptive,0.75,0.038,1040
Disclaimer: User supplied
[source_76788fab8a3c0032b2859933ba5ccf95]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[source_13deeb0955a65d9afb507614eeec7e8e]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[source_8fd65b63b785f24304d371c2254237be] retrieval-results.csv
Citation: Uploaded file: retrieval-results.csv
policy,quality_score,cost_usd,latency_ms
no_retrieval,0.61,0.010,640
always_retrieve,0.78,0.092,1810
adaptive,0.75,0.038,1040
Disclaimer: User supplied
[source_76788fab8a3c0032b2859933ba5ccf95]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ee969fe82abc4e7f78e1a0b5d1b0f9f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1a9ed2391a68b3ba76593ba77fe877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6f96c4c3875468599d2e61377b2d8d6c"/>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964c6c60292fc0483c28c6aca948391f"/>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0a978c6b5f30536a76a9513d5ec7e200"/>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e08fa7eeb9414b9e955949b0402c6d59"/>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1a97453bec3a5a1ce5bd8ffe88836163"/>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533d96ad73c7af4a8f624b12de61417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974315f9b0af5d2ca84b3aa0952e86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6b57bd9fe8ce7abe43283ba7d6e01bcc"/>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699de73e2a63470b2dc708ff1cee0c5b"/>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de7b5394c14ecb066874afcbc90e732e"/>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c586d8663ce76e4228b74bf49234897e"/>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38abf3807b2811bd74d431e952337426"/>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4ca8e8a90d2f710ca43b34f375a5e19d"/>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8fda9187319ad40dc8ab31c6e381d5c8"/>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4be154e2503d4699164d80e4e421dd98"/>
          <p:cNvSpPr/>
          <p:nvPr/>
        </p:nvSpPr>
        <p:spPr>
          <a:xfrm>
            <a:off x="7019978" y="4375404"/>
            <a:ext cx="243834" cy="164592"/>
          </a:xfrm>
          <a:prstGeom prst="line">
            <a:avLst/>
          </a:prstGeom>
          <a:noFill/>
          <a:ln w="25400">
            <a:solidFill>
              <a:srgbClr val="7566A8"/>
            </a:solidFill>
            <a:prstDash val="solid"/>
            <a:tailEnd type="triangle"/>
          </a:ln>
        </p:spPr>
      </p:sp>
      <p:sp>
        <p:nvSpPr>
          <p:cNvPr id="10" name="element_abcdfc633d7df2e52310727ee6009abd"/>
          <p:cNvSpPr/>
          <p:nvPr/>
        </p:nvSpPr>
        <p:spPr>
          <a:xfrm>
            <a:off x="9194977" y="4375404"/>
            <a:ext cx="243834" cy="164592"/>
          </a:xfrm>
          <a:prstGeom prst="line">
            <a:avLst/>
          </a:prstGeom>
          <a:noFill/>
          <a:ln w="25400">
            <a:solidFill>
              <a:srgbClr val="7566A8"/>
            </a:solidFill>
            <a:prstDash val="solid"/>
            <a:tailEnd type="triangle"/>
          </a:ln>
        </p:spPr>
      </p:sp>
      <p:sp>
        <p:nvSpPr>
          <p:cNvPr id="11" name="element_3ea4732153910cd94f9480c5aebe5231"/>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3ea4732153910cd94f9480c5aebe5231: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c5e0a65270b9ead2406122bf00b86978"/>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c5e0a65270b9ead2406122bf00b86978: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9dd03b4d285485dfebe5968cc91fe3e6"/>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9dd03b4d285485dfebe5968cc91fe3e6: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aedc9e32e2336765739b7f30db294717"/>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d61678890513a72a979291fd175047d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20566ff8ae68b252171212463ee80d7a"/>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609efc753479865e94f81ec17373c6fb"/>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cd859a0fb9a94253bd40b283d0e2487b"/>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0090c28972b449628d2ac9198cc6700e"/>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research talk for applied machine-learning researchers evaluating adaptive retrieval under cost constraints. Explain the question, method, evaluation design, result, failure modes, and implications. Use the supplied experiment table exact…</a:t>
            </a:r>
            <a:endParaRPr lang="en-US" sz="1900" dirty="0"/>
          </a:p>
        </p:txBody>
      </p:sp>
      <p:sp>
        <p:nvSpPr>
          <p:cNvPr id="6" name="element_7b0f709beda552fbeef32e38d1b5a4a2"/>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53c7173fb39881ab8c7f4f7226be2ab8"/>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d15332be7da550818d483b1b33456bb3"/>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b58930e17e0bbf12765163770d7a372a"/>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dd0dcd4e7c7b65d539777a66422ee543"/>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15a96987d9015b6024b7838856cb91b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240c9ee0a96ebce27a099aedece3e8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aab70c40b34fce4cb05aa4d8bea042fb"/>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f501538eb43a283025ae8b744e952d8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bd41795a881b709799a626dae9fac47a"/>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eeba64d3f564eb34da0c850884e4646e"/>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324e8af98fb730274896ce0d339bab13"/>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efbfaed7655dece691070eba9a813695"/>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af867f1efd7f56649d8f12946ef8c8d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4066e8ad31a8057b640ff61d528946c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066ea91afa66d074403905dc6f74829c"/>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107706d7d14b10dbe29d7157d0c9da8"/>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8f4c6d94095728a71c3b50856ad134a8"/>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267fb45693959ab6621bf89c0d2addde"/>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c96c6275e99b23f3345346d14891de9f"/>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e9d7adb65fb18471e2c36debce6baaf1"/>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d801099a05a768665efc3ab723491118"/>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a7d11482f09cd9addb8ff4fa84fdea04"/>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bce92d1f83c286ded21745801810d566"/>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4d0319ad3e6515aebeafb15bc4473395"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e9f81aaae97f764b0243f47d2cdb4be7"/>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8ec4fe9f789985f77c1034e6b98f677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42bb54c31f71514b9809ad936f133e0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a4ff5b4ccdad314919b829fce050a07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2972242b26061ba0309060cb44a33d9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9aef866b261521429e40df9383a94095"/>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0e7d1c208d503f997c3fc62dd642f013"/>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296b38343c66b2215b8a2ba1992b938f"/>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8e5c99a589e5985aec4b7f318391f522"/>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d287d92f73241f069eb485ffcf8b187e: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d287d92f73241f069eb485ffcf8b187e: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e1f95dd7a40332c949671b9e6379a284"/>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c5c49caa4ace0b1156733c793ac90c3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25b45e0ea43f5db85034ecb0ca56a6c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29a4f173e878735e49bb262c8a203b4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b39877a141239d98ffd43abf903e3bb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37b997881204e6503ca485777410b5ad"/>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25d40cf864865312d8a83d210ab2b591"/>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d7f415a36224c1add53e62541b923779"/>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3139067527c679b39b28e1edb2f23599"/>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a2283614f7507e03239b7a388a4b8b75"/>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7bf4ad53c0de9d36c4d16ba99ff2a1e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bfd1924240d36252630a5c61eb12a1d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2026-07-21T23:51:23Z</dcterms:created>
  <dcterms:modified xsi:type="dcterms:W3CDTF">2026-07-21T23:51:23Z</dcterms:modified>
</cp:coreProperties>
</file>