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[source_918d9cd32d92c2acb0800a9e866968d9]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[source_f24489de05934afe7bd85b53e3ba4d2a] retrieval-results.csv
Citation: Uploaded file: retrieval-results.csv
policy,quality_score,cost_usd,latency_ms
no_retrieval,0.61,0.010,640
always_retrieve,0.78,0.092,1810
adaptive,0.75,0.038,1040
Disclaimer: User supplied
[source_b2fdf16212e8ac6b49fde50caaebc4c9]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eee7a726be412ab09571c8c2cf95cfe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b45d530e5b46d2ebf7eaeb75796b79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ca82a91bd0082e1bb6137369244ba70a"/>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7589a9da1c8d9738371cca702914a8d5"/>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0e14fa7505ff7b5dd31b010a406413a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be04be67e13ed1fe9dbe56ff567165ac"/>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86cd574d0d0ff1927e5e3918401fbe7f"/>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2dcbff51f6deeaa6b74dcb85ca83faa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3686090e71d99ede51975220fba178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2753262d3e74709491bf6d3eef9c1144"/>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1b16f1578e65298fdfc9b4d6e03f657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55b088d7153c2f9cc569ba5c157e5d5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53bbf1c59966ecc3f8df861e8cab905d"/>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83b8c2b38ecfe4c4c7473a0600da3081"/>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d1d1df1115e506f2d37f0a4e2c70959b"/>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acb532806a7df7cad7795ed830d710f7"/>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bc95cae1dee9694479930d6748cb804f"/>
          <p:cNvSpPr/>
          <p:nvPr/>
        </p:nvSpPr>
        <p:spPr>
          <a:xfrm>
            <a:off x="7019978" y="4375404"/>
            <a:ext cx="243834" cy="164592"/>
          </a:xfrm>
          <a:prstGeom prst="line">
            <a:avLst/>
          </a:prstGeom>
          <a:noFill/>
          <a:ln w="25400">
            <a:solidFill>
              <a:srgbClr val="7566A8"/>
            </a:solidFill>
            <a:prstDash val="solid"/>
            <a:tailEnd type="triangle"/>
          </a:ln>
        </p:spPr>
      </p:sp>
      <p:sp>
        <p:nvSpPr>
          <p:cNvPr id="10" name="element_7a40d62f22a592fce3d8787b544d83f4"/>
          <p:cNvSpPr/>
          <p:nvPr/>
        </p:nvSpPr>
        <p:spPr>
          <a:xfrm>
            <a:off x="9194977" y="4375404"/>
            <a:ext cx="243834" cy="164592"/>
          </a:xfrm>
          <a:prstGeom prst="line">
            <a:avLst/>
          </a:prstGeom>
          <a:noFill/>
          <a:ln w="25400">
            <a:solidFill>
              <a:srgbClr val="7566A8"/>
            </a:solidFill>
            <a:prstDash val="solid"/>
            <a:tailEnd type="triangle"/>
          </a:ln>
        </p:spPr>
      </p:sp>
      <p:sp>
        <p:nvSpPr>
          <p:cNvPr id="11" name="element_ab0ca0b46c068da1fcb467aa2304929d"/>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ab0ca0b46c068da1fcb467aa2304929d: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887a9355855262a0ba5b885bff7d2949"/>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887a9355855262a0ba5b885bff7d2949: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d19fabc1602d7700fe7b72b243474f74"/>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d19fabc1602d7700fe7b72b243474f74: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79b350984c98eb8324c6b23bb6a59d9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129eb228c510061cce185a1aa5c0dd5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00c249821229debc066e5f02bbe98f4c"/>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13cd9defbd9b8008eff69999e2e8eb62"/>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652a73e2faf7161386c477ec20583910"/>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b9142d5a1d9e85177111f6f92b6de4a3"/>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research talk for applied machine-learning researchers evaluating adaptive retrieval under cost constraints. Explain the question, method, evaluation design, result, failure modes, and implications. Use the supplied experiment table exact…</a:t>
            </a:r>
            <a:endParaRPr lang="en-US" sz="1900" dirty="0"/>
          </a:p>
        </p:txBody>
      </p:sp>
      <p:sp>
        <p:nvSpPr>
          <p:cNvPr id="6" name="element_434295c71d2898befc0d38df18231fdc"/>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f11fe39a93de02088976e3ed2f1bdad3"/>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21889f7e07e2d0cef20c57140a519f54"/>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4d2df0fd22e397cd9269fcc582122e92"/>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09ee4165d5aed0e61cb376b1de6c73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f59118cf4f9ade64434b951b83691b5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9cc71b57b4e1668c039d76200d88a1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8a467e61bd04c12f14c64d823b9fb92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36b973b82385959d1f56f917f492472a"/>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13320b39f5f78c259b7607dfbcaf538e"/>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7f7b29d592e9ca7512e9b2ee77ca729b"/>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5f447145914f3f0504b37fcbb233423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fc3b50d87d4acb9d2971c371289fa450"/>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618a75750203fc8eb58c6c04c67f444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49693f1952af4f8f7fac9eeaa1b28b3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2702cce995445b3cc981d3d2ad303c5"/>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322abf4f4c10ccaa9d4020fe65d19b44"/>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935fc29fac377d0bb2131ec6e87f25d8"/>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a84c6eae8b74b49e07a34d59d290125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b15b8f8c66bec3eaa986ad07c9ff4e35"/>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f950ad77386d3d36a7e1961ed05ff09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c9b7a1d66ad6d8fd9cfe3c2f37d19bca"/>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006deacbf87e7f18700bf6bdc3f2e168"/>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e9f4a2b9772587ddf84f1c9a8e920732"/>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58816695b6ecf37be5e1db419ccfafac"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c9f772efd58f153827a1883566617570"/>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ddb5a1fbdda1017b48ea725fd6d9cf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dab42308458bb282fa871ac99e54c2f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1a588e9a77da403805a60282808a99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7f33a4ea5c6295a298a62da9be2584e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9c80f616579cd155994dba28f9efb7b6"/>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4e2ca604092f7f80b516969e617ce869"/>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7e3bb8d55584bd71f31d9c07d4226c4c"/>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239f4679d92ec4caafe2849382ce52c1"/>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5f1b12b5be986b33ff6a1add0807afb1: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5f1b12b5be986b33ff6a1add0807afb1: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b3b3e2f267e8903b17aa307f8b41642b"/>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27d8f1e28552f2dbc384126c3ac0845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ace84289d5bd683d57a402800eefa1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36c530feda2902e2de690f02d6d2e1c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4bdb3c6edb75920206d7a1b95a334a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1b07248d0aea253eb37a83c1c047eb6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e637727dca83125f71c346b36f6cb859"/>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37cb2bdf670fbdcd1dabf9ec0cae82c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a9a717fc41fd9331a3bae777616486f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b2a93e9bee57ab7a50b91999cdb2edb4"/>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83f9b98bd646431dd63f678eca7276b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c76af87b2a2079662ecbf7764ddd4e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2026-07-21T23:51:33Z</dcterms:created>
  <dcterms:modified xsi:type="dcterms:W3CDTF">2026-07-21T23:51:33Z</dcterms:modified>
</cp:coreProperties>
</file>