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Opening / 01.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[source_841d594c6748308530f821d6d3b7469b] Create a seven-slide product demo for product leaders evaluating revi… — creation brief
Citation: Create a seven-slide product demo for product leaders evaluating reviewable AI presentation generation. Show the initial brief, structured draft, validation, review-before-accept, trace receipt, editable export, and final decision. Use the supplied journey timestamps. Include a large screenshot or explicit screenshot placeholder with numbered callouts, a before/after comparison, an editable interaction flow, and a trace waterfall. Never claim a screenshot was captured when it was not supplied. Design direction: Use a cinematic minimal direction: fewer words, larger visual centers, deliberate scale changes, one memorable visual climax, and quiet transition beats. Keep all evidence honest and editable.
Disclaimer: Internal working material
[source_bc2f9dcb0cccd8106a8f0e882960043c] journey.csv
Citation: Uploaded file: journey.csv
stage,elapsed_seconds,status
brief_submitted,0,complete
structured_draft,31,complete
validation,34,complete
human_accept,52,complete
pptx_export,58,complete
Disclaimer: User supplied
[source_ea7cb9daacdae800073bd8a7dcedaef7] evidence-note.md
Citation: Uploaded file: evidence-note.md
No browser screenshot is included in this frozen evidence pack. The deck must reserve and label the screenshot proof honestly rather than fabricating one.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Keep the spoken transition focused on “The cost of waiting is usually hidden in repeated work.”
Evidence note: Content is based on the supplied creation brief. Illustrative examples are not independently verified; replace them with measured evidence before external publication.
NodeSlide sources
[source_841d594c6748308530f821d6d3b7469b] Create a seven-slide product demo for product leaders evaluating revi… — creation brief
Citation: Create a seven-slide product demo for product leaders evaluating reviewable AI presentation generation. Show the initial brief, structured draft, validation, review-before-accept, trace receipt, editable export, and final decision. Use the supplied journey timestamps. Include a large screenshot or explicit screenshot placeholder with numbered callouts, a before/after comparison, an editable interaction flow, and a trace waterfall. Never claim a screenshot was captured when it was not supplied. Design direction: Use a cinematic minimal direction: fewer words, larger visual centers, deliberate scale changes, one memorable visual climax, and quiet transition beats. Keep all evidence honest and editable.
Disclaimer: Internal working material
[source_bc2f9dcb0cccd8106a8f0e882960043c] journey.csv
Citation: Uploaded file: journey.csv
stage,elapsed_seconds,status
brief_submitted,0,complete
structured_draft,31,complete
validation,34,complete
human_accept,52,complete
pptx_export,58,complete
Disclaimer: User supplied
[source_ea7cb9daacdae800073bd8a7dcedaef7] evidence-note.md
Citation: Uploaded file: evidence-note.md
No browser screenshot is included in this frozen evidence pack. The deck must reserve and label the screenshot proof honestly rather than fabricating one.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Keep the spoken transition focused on “A better outcome starts with a sharper point of view.”
Evidence note: Content is based on the supplied creation brief. Illustrative examples are not independently verified; replace them with measured evidence before external publication.
NodeSlide sources
[source_841d594c6748308530f821d6d3b7469b] Create a seven-slide product demo for product leaders evaluating revi… — creation brief
Citation: Create a seven-slide product demo for product leaders evaluating reviewable AI presentation generation. Show the initial brief, structured draft, validation, review-before-accept, trace receipt, editable export, and final decision. Use the supplied journey timestamps. Include a large screenshot or explicit screenshot placeholder with numbered callouts, a before/after comparison, an editable interaction flow, and a trace waterfall. Never claim a screenshot was captured when it was not supplied. Design direction: Use a cinematic minimal direction: fewer words, larger visual centers, deliberate scale changes, one memorable visual climax, and quiet transition beats. Keep all evidence honest and editable.
Disclaimer: Internal working material
[source_bc2f9dcb0cccd8106a8f0e882960043c] journey.csv
Citation: Uploaded file: journey.csv
stage,elapsed_seconds,status
brief_submitted,0,complete
structured_draft,31,complete
validation,34,complete
human_accept,52,complete
pptx_export,58,complete
Disclaimer: User supplied
[source_ea7cb9daacdae800073bd8a7dcedaef7] evidence-note.md
Citation: Uploaded file: evidence-note.md
No browser screenshot is included in this frozen evidence pack. The deck must reserve and label the screenshot proof honestly rather than fabricating one.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Keep the spoken transition focused on “Turn the idea into a sequence people can understand and own.”
Evidence note: Content is based on the supplied creation brief. Illustrative examples are not independently verified; replace them with measured evidence before external publication.
NodeSlide sources
[source_841d594c6748308530f821d6d3b7469b] Create a seven-slide product demo for product leaders evaluating revi… — creation brief
Citation: Create a seven-slide product demo for product leaders evaluating reviewable AI presentation generation. Show the initial brief, structured draft, validation, review-before-accept, trace receipt, editable export, and final decision. Use the supplied journey timestamps. Include a large screenshot or explicit screenshot placeholder with numbered callouts, a before/after comparison, an editable interaction flow, and a trace waterfall. Never claim a screenshot was captured when it was not supplied. Design direction: Use a cinematic minimal direction: fewer words, larger visual centers, deliberate scale changes, one memorable visual climax, and quiet transition beats. Keep all evidence honest and editable.
Disclaimer: Internal working material
[source_bc2f9dcb0cccd8106a8f0e882960043c] journey.csv
Citation: Uploaded file: journey.csv
stage,elapsed_seconds,status
brief_submitted,0,complete
structured_draft,31,complete
validation,34,complete
human_accept,52,complete
pptx_export,58,complete
Disclaimer: User supplied
[source_ea7cb9daacdae800073bd8a7dcedaef7] evidence-note.md
Citation: Uploaded file: evidence-note.md
No browser screenshot is included in this frozen evidence pack. The deck must reserve and label the screenshot proof honestly rather than fabricating one.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Keep the spoken transition focused on “Define proof before asking for commitment.”
Evidence note: Content is based on the supplied creation brief. Illustrative examples are not independently verified; replace them with measured evidence before external publication.
NodeSlide sources
[source_841d594c6748308530f821d6d3b7469b] Create a seven-slide product demo for product leaders evaluating revi… — creation brief
Citation: Create a seven-slide product demo for product leaders evaluating reviewable AI presentation generation. Show the initial brief, structured draft, validation, review-before-accept, trace receipt, editable export, and final decision. Use the supplied journey timestamps. Include a large screenshot or explicit screenshot placeholder with numbered callouts, a before/after comparison, an editable interaction flow, and a trace waterfall. Never claim a screenshot was captured when it was not supplied. Design direction: Use a cinematic minimal direction: fewer words, larger visual centers, deliberate scale changes, one memorable visual climax, and quiet transition beats. Keep all evidence honest and editable.
Disclaimer: Internal working material
[source_bc2f9dcb0cccd8106a8f0e882960043c] journey.csv
Citation: Uploaded file: journey.csv
stage,elapsed_seconds,status
brief_submitted,0,complete
structured_draft,31,complete
validation,34,complete
human_accept,52,complete
pptx_export,58,complete
Disclaimer: User supplied
[source_ea7cb9daacdae800073bd8a7dcedaef7] evidence-note.md
Citation: Uploaded file: evidence-note.md
No browser screenshot is included in this frozen evidence pack. The deck must reserve and label the screenshot proof honestly rather than fabricating one.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Delivery / 06. Keep the spoken transition focused on “Start narrow, learn quickly, and preserve room to adapt.”
Evidence note: Content is based on the supplied creation brief. Illustrative examples are not independently verified; replace them with measured evidence before external publication.
NodeSlide sources
[source_841d594c6748308530f821d6d3b7469b] Create a seven-slide product demo for product leaders evaluating revi… — creation brief
Citation: Create a seven-slide product demo for product leaders evaluating reviewable AI presentation generation. Show the initial brief, structured draft, validation, review-before-accept, trace receipt, editable export, and final decision. Use the supplied journey timestamps. Include a large screenshot or explicit screenshot placeholder with numbered callouts, a before/after comparison, an editable interaction flow, and a trace waterfall. Never claim a screenshot was captured when it was not supplied. Design direction: Use a cinematic minimal direction: fewer words, larger visual centers, deliberate scale changes, one memorable visual climax, and quiet transition beats. Keep all evidence honest and editable.
Disclaimer: Internal working material
[source_bc2f9dcb0cccd8106a8f0e882960043c] journey.csv
Citation: Uploaded file: journey.csv
stage,elapsed_seconds,status
brief_submitted,0,complete
structured_draft,31,complete
validation,34,complete
human_accept,52,complete
pptx_export,58,complete
Disclaimer: User supplied
[source_ea7cb9daacdae800073bd8a7dcedaef7] evidence-note.md
Citation: Uploaded file: evidence-note.md
No browser screenshot is included in this frozen evidence pack. The deck must reserve and label the screenshot proof honestly rather than fabricating one.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[source_841d594c6748308530f821d6d3b7469b] Create a seven-slide product demo for product leaders evaluating revi… — creation brief
Citation: Create a seven-slide product demo for product leaders evaluating reviewable AI presentation generation. Show the initial brief, structured draft, validation, review-before-accept, trace receipt, editable export, and final decision. Use the supplied journey timestamps. Include a large screenshot or explicit screenshot placeholder with numbered callouts, a before/after comparison, an editable interaction flow, and a trace waterfall. Never claim a screenshot was captured when it was not supplied. Design direction: Use a cinematic minimal direction: fewer words, larger visual centers, deliberate scale changes, one memorable visual climax, and quiet transition beats. Keep all evidence honest and editable.
Disclaimer: Internal working material
[source_bc2f9dcb0cccd8106a8f0e882960043c] journey.csv
Citation: Uploaded file: journey.csv
stage,elapsed_seconds,status
brief_submitted,0,complete
structured_draft,31,complete
validation,34,complete
human_accept,52,complete
pptx_export,58,complete
Disclaimer: User supplied
[source_ea7cb9daacdae800073bd8a7dcedaef7] evidence-note.md
Citation: Uploaded file: evidence-note.md
No browser screenshot is included in this frozen evidence pack. The deck must reserve and label the screenshot proof honestly rather than fabricating one.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bdcef298a7dc311534da1180857b8a44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70e92df06e6c351c89e6806fed97e145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4" name="element_540776c9425139308bf4b772816a2188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4800" dirty="0"/>
          </a:p>
        </p:txBody>
      </p:sp>
      <p:sp>
        <p:nvSpPr>
          <p:cNvPr id="5" name="element_33d7e1da548b8038276267d51fd3f972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focused narrative for Decision-makers described in the brief, built from the supplied brief and kept editable from first draft onward.</a:t>
            </a:r>
            <a:endParaRPr lang="en-US" sz="1900" dirty="0"/>
          </a:p>
        </p:txBody>
      </p:sp>
      <p:sp>
        <p:nvSpPr>
          <p:cNvPr id="6" name="element_7baeb33cc30ddcd36d2404c4ba3077d9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 coherent 6–8 slide narrative</a:t>
            </a:r>
            <a:endParaRPr lang="en-US" sz="1600" dirty="0"/>
          </a:p>
        </p:txBody>
      </p:sp>
      <p:sp>
        <p:nvSpPr>
          <p:cNvPr id="7" name="element_57783518cf8d01d960127fac207c3cc7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Structured chart, formula, and image primitives where relevant</a:t>
            </a:r>
            <a:endParaRPr lang="en-US" sz="1600" dirty="0"/>
          </a:p>
        </p:txBody>
      </p:sp>
      <p:sp>
        <p:nvSpPr>
          <p:cNvPr id="8" name="element_655baefcab236489863d713c240434cc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Validation passes before presentation or export</a:t>
            </a:r>
            <a:endParaRPr lang="en-US" sz="1600" dirty="0"/>
          </a:p>
        </p:txBody>
      </p:sp>
      <p:sp>
        <p:nvSpPr>
          <p:cNvPr id="9" name="element_4e328f06c20037cc097b3c51201e5ab9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13fdfd6b7f8b2cbc48b0d28e2099887a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d3cc5dfbac4e4e8ee50288b5905222e8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cabfc96be6cdd7112fc6787f8d1b728b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4" name="element_7b9ba8c6458149a121586297f3bc34d2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waiting is usually hidden in repeated work.</a:t>
            </a:r>
            <a:endParaRPr lang="en-US" sz="3800" dirty="0"/>
          </a:p>
        </p:txBody>
      </p:sp>
      <p:sp>
        <p:nvSpPr>
          <p:cNvPr id="5" name="element_f70c21aedc05fe8522a42eed1213b0bd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Decision-makers described in the brief: what is fragmented today, why it matters now, and where momentum is being lost.</a:t>
            </a:r>
            <a:endParaRPr lang="en-US" sz="1700" dirty="0"/>
          </a:p>
        </p:txBody>
      </p:sp>
      <p:sp>
        <p:nvSpPr>
          <p:cNvPr id="6" name="element_a00e79b1cb720035fa7fc452413318a5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Name the friction</a:t>
            </a:r>
            <a:endParaRPr lang="en-US" sz="1700" dirty="0"/>
          </a:p>
        </p:txBody>
      </p:sp>
      <p:sp>
        <p:nvSpPr>
          <p:cNvPr id="7" name="element_35e6f7e0f79fe98ae8d67f9212fd64f4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Expose the consequence</a:t>
            </a:r>
            <a:endParaRPr lang="en-US" sz="1700" dirty="0"/>
          </a:p>
        </p:txBody>
      </p:sp>
      <p:sp>
        <p:nvSpPr>
          <p:cNvPr id="8" name="element_33ffd2bee75347c0f42fc4949a8d4504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Create urgency without hype</a:t>
            </a:r>
            <a:endParaRPr lang="en-US" sz="1700" dirty="0"/>
          </a:p>
        </p:txBody>
      </p:sp>
      <p:sp>
        <p:nvSpPr>
          <p:cNvPr id="9" name="element_29a78b91607c1eb77b9a2a02b186bb95"/>
          <p:cNvSpPr/>
          <p:nvPr/>
        </p:nvSpPr>
        <p:spPr>
          <a:xfrm>
            <a:off x="7019978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3bfb62615d5f670dea7582b7e8e90950"/>
          <p:cNvSpPr/>
          <p:nvPr/>
        </p:nvSpPr>
        <p:spPr>
          <a:xfrm>
            <a:off x="9194977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9d938a8ce165d09f8c39e802a12cbc81"/>
          <p:cNvSpPr/>
          <p:nvPr/>
        </p:nvSpPr>
        <p:spPr>
          <a:xfrm>
            <a:off x="5045753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2" name="element_9d938a8ce165d09f8c39e802a12cbc81:text"/>
          <p:cNvSpPr txBox="1"/>
          <p:nvPr/>
        </p:nvSpPr>
        <p:spPr>
          <a:xfrm>
            <a:off x="5045753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Friction</a:t>
            </a:r>
            <a:endParaRPr lang="en-US" sz="1600" dirty="0"/>
          </a:p>
        </p:txBody>
      </p:sp>
      <p:sp>
        <p:nvSpPr>
          <p:cNvPr id="13" name="element_980b937fca812dc853b9f95f77fc3ef6"/>
          <p:cNvSpPr/>
          <p:nvPr/>
        </p:nvSpPr>
        <p:spPr>
          <a:xfrm>
            <a:off x="7219532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4" name="element_980b937fca812dc853b9f95f77fc3ef6:text"/>
          <p:cNvSpPr txBox="1"/>
          <p:nvPr/>
        </p:nvSpPr>
        <p:spPr>
          <a:xfrm>
            <a:off x="7219532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Consequence</a:t>
            </a:r>
            <a:endParaRPr lang="en-US" sz="1600" dirty="0"/>
          </a:p>
        </p:txBody>
      </p:sp>
      <p:sp>
        <p:nvSpPr>
          <p:cNvPr id="15" name="element_d8d94af6ee8eb7fd2ab5929bf3c0dd7e"/>
          <p:cNvSpPr/>
          <p:nvPr/>
        </p:nvSpPr>
        <p:spPr>
          <a:xfrm>
            <a:off x="9394530" y="3939235"/>
            <a:ext cx="2018506" cy="103693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6" name="element_d8d94af6ee8eb7fd2ab5929bf3c0dd7e:text"/>
          <p:cNvSpPr txBox="1"/>
          <p:nvPr/>
        </p:nvSpPr>
        <p:spPr>
          <a:xfrm>
            <a:off x="9394530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window</a:t>
            </a:r>
            <a:endParaRPr lang="en-US" sz="1600" dirty="0"/>
          </a:p>
        </p:txBody>
      </p:sp>
      <p:sp>
        <p:nvSpPr>
          <p:cNvPr id="17" name="element_f1c73c93bbda9d0abb94c6aed6b42979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bd88c08bb75e736ccd9d98f47dab5eeb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bcdc4d5a595f1590ddcf3ae4b44b7899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3b2caf8cbeb6ff90b4fc14be8014aa5b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4" name="element_0f05ec54027a4c28bdd97e028e182736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better outcome starts with a sharper point of view.</a:t>
            </a:r>
            <a:endParaRPr lang="en-US" sz="3800" dirty="0"/>
          </a:p>
        </p:txBody>
      </p:sp>
      <p:sp>
        <p:nvSpPr>
          <p:cNvPr id="5" name="element_463f21f6b04b6ec047b8ce55a9a1507f"/>
          <p:cNvSpPr txBox="1"/>
          <p:nvPr/>
        </p:nvSpPr>
        <p:spPr>
          <a:xfrm>
            <a:off x="1706837" y="2743200"/>
            <a:ext cx="96314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Create a seven-slide product demo for product leaders evaluating reviewable AI presentation generation. Show the initial brief, structured draft, validation, review-before-accept, trace receipt, editable export, and final decision. Use the supplied journey ti…</a:t>
            </a:r>
            <a:endParaRPr lang="en-US" sz="1900" dirty="0"/>
          </a:p>
        </p:txBody>
      </p:sp>
      <p:sp>
        <p:nvSpPr>
          <p:cNvPr id="6" name="element_a6747a7278cf34c42fac7a9f633043d6"/>
          <p:cNvSpPr txBox="1"/>
          <p:nvPr/>
        </p:nvSpPr>
        <p:spPr>
          <a:xfrm>
            <a:off x="8168436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91b677b46b2bbb290f675be75b37c0ad"/>
          <p:cNvSpPr txBox="1"/>
          <p:nvPr/>
        </p:nvSpPr>
        <p:spPr>
          <a:xfrm>
            <a:off x="4632844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792a6108d563fcd53b19c8b4d5a35813"/>
          <p:cNvSpPr txBox="1"/>
          <p:nvPr/>
        </p:nvSpPr>
        <p:spPr>
          <a:xfrm>
            <a:off x="1097253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ae168f39c5c2271c752334c3a8448c64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9e8ab2b95e367da0131ec3d85c304a96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d3154d2bcd4f0b0263eaff33895d20b0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7628d7e352fea421dfa64c3d9a84a971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4" name="element_26fa5492b3e699af46d7c3c3331a6773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the idea into a sequence people can understand and own.</a:t>
            </a:r>
            <a:endParaRPr lang="en-US" sz="3800" dirty="0"/>
          </a:p>
        </p:txBody>
      </p:sp>
      <p:sp>
        <p:nvSpPr>
          <p:cNvPr id="5" name="element_4d4bcf5f7f0eccfbf12c083c0c77200e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900" dirty="0"/>
          </a:p>
        </p:txBody>
      </p:sp>
      <p:sp>
        <p:nvSpPr>
          <p:cNvPr id="6" name="element_0b42708335b911aa1192ad0304486428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Align on intent</a:t>
            </a:r>
            <a:endParaRPr lang="en-US" sz="1700" dirty="0"/>
          </a:p>
        </p:txBody>
      </p:sp>
      <p:sp>
        <p:nvSpPr>
          <p:cNvPr id="7" name="element_9c4c696f10eb1200e2ca32183a48ae7a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Execute the critical moves</a:t>
            </a:r>
            <a:endParaRPr lang="en-US" sz="1700" dirty="0"/>
          </a:p>
        </p:txBody>
      </p:sp>
      <p:sp>
        <p:nvSpPr>
          <p:cNvPr id="8" name="element_b15a5afe68c4550540913acf32540d37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Review measurable outcomes</a:t>
            </a:r>
            <a:endParaRPr lang="en-US" sz="1700" dirty="0"/>
          </a:p>
        </p:txBody>
      </p:sp>
      <p:sp>
        <p:nvSpPr>
          <p:cNvPr id="9" name="element_c239d30ea4823e210a0f4ddf8d99c110"/>
          <p:cNvSpPr txBox="1"/>
          <p:nvPr/>
        </p:nvSpPr>
        <p:spPr>
          <a:xfrm>
            <a:off x="6461598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accepted change = proposal ∩ authorized scope</a:t>
            </a:r>
            <a:endParaRPr lang="en-US" sz="3000" dirty="0"/>
          </a:p>
        </p:txBody>
      </p:sp>
      <p:sp>
        <p:nvSpPr>
          <p:cNvPr id="10" name="element_e138ff315cb21829a3d35ae8e8a5ba04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29d21c070729400b0a65473a635790d5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48819dcb76b0345dab3468a16766c49b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eeab4373ea83a17a075afd6b0ea9c783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4" name="element_9a0ad648bb98072a2b43264ad54e46bb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5" name="element_00133d1db84ea79e1ef287d841945648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explicit evaluation signals, with assumptions clearly separated from measured evidence.</a:t>
            </a:r>
            <a:endParaRPr lang="en-US" sz="1900" dirty="0"/>
          </a:p>
        </p:txBody>
      </p:sp>
      <p:sp>
        <p:nvSpPr>
          <p:cNvPr id="6" name="element_6a128fdac50c12e0966888c884a3fcf8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5a1a64b816376c44b06b254d1abe3a57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dd599810995dc6369995f2b179d906cc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0674c68273ddcd3db47d228a3224b699"/>
          <p:cNvSpPr txBox="1"/>
          <p:nvPr/>
        </p:nvSpPr>
        <p:spPr>
          <a:xfrm>
            <a:off x="6661542" y="2770632"/>
            <a:ext cx="4476790" cy="1110996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signals</a:t>
            </a:r>
            <a:endParaRPr lang="en-US" sz="4300" dirty="0"/>
          </a:p>
        </p:txBody>
      </p:sp>
      <p:sp>
        <p:nvSpPr>
          <p:cNvPr id="10" name="element_7f6050e27b2d3548f9d668e2e9e883fc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agreed measures of a successful outcome</a:t>
            </a:r>
            <a:endParaRPr lang="en-US" sz="1500" dirty="0"/>
          </a:p>
        </p:txBody>
      </p:sp>
      <p:graphicFrame>
        <p:nvGraphicFramePr>
          <p:cNvPr id="11" name="element_ec3ac0d0005344181817ebaafcd08535" descr=""/>
          <p:cNvGraphicFramePr/>
          <p:nvPr/>
        </p:nvGraphicFramePr>
        <p:xfrm>
          <a:off x="6271408" y="4753966"/>
          <a:ext cx="5135142" cy="125912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element_f8b7d21b0eb6b59b3f5fc660c442056d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d826240aaaf46e2e255ff110128d937e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706ce14ebda846420eb9f46b54fe1de5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527a8f5ec15e9c88b5cacf9fdaee62c4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DELIVERY / 06</a:t>
            </a:r>
            <a:endParaRPr lang="en-US" sz="1500" dirty="0"/>
          </a:p>
        </p:txBody>
      </p:sp>
      <p:sp>
        <p:nvSpPr>
          <p:cNvPr id="4" name="element_357abd062392cef93903ab577dac8b9c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narrow, learn quickly, and preserve room to adapt.</a:t>
            </a:r>
            <a:endParaRPr lang="en-US" sz="3800" dirty="0"/>
          </a:p>
        </p:txBody>
      </p:sp>
      <p:sp>
        <p:nvSpPr>
          <p:cNvPr id="5" name="element_d8b85dc4898ec26180e3e5507471784d"/>
          <p:cNvSpPr txBox="1"/>
          <p:nvPr/>
        </p:nvSpPr>
        <p:spPr>
          <a:xfrm>
            <a:off x="6339682" y="2743200"/>
            <a:ext cx="48766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Sequence the work into a focused launch, an evidence review, and a deliberate scale decision with named ownership at every step.</a:t>
            </a:r>
            <a:endParaRPr lang="en-US" sz="1900" dirty="0"/>
          </a:p>
        </p:txBody>
      </p:sp>
      <p:sp>
        <p:nvSpPr>
          <p:cNvPr id="6" name="element_b6a7d6ef0f4827ea4ee62898c0654019"/>
          <p:cNvSpPr txBox="1"/>
          <p:nvPr/>
        </p:nvSpPr>
        <p:spPr>
          <a:xfrm>
            <a:off x="6339682" y="42519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Launch the smallest credible move</a:t>
            </a:r>
            <a:endParaRPr lang="en-US" sz="1700" dirty="0"/>
          </a:p>
        </p:txBody>
      </p:sp>
      <p:sp>
        <p:nvSpPr>
          <p:cNvPr id="7" name="element_46f2c4c61dec3ba781c885eb319b4541"/>
          <p:cNvSpPr txBox="1"/>
          <p:nvPr/>
        </p:nvSpPr>
        <p:spPr>
          <a:xfrm>
            <a:off x="6339682" y="49377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Review evidence with stakeholders</a:t>
            </a:r>
            <a:endParaRPr lang="en-US" sz="1700" dirty="0"/>
          </a:p>
        </p:txBody>
      </p:sp>
      <p:sp>
        <p:nvSpPr>
          <p:cNvPr id="8" name="element_fa43587932704974a1ebc8f7e40c3897"/>
          <p:cNvSpPr txBox="1"/>
          <p:nvPr/>
        </p:nvSpPr>
        <p:spPr>
          <a:xfrm>
            <a:off x="6339682" y="56235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Scale what earns confidence</a:t>
            </a:r>
            <a:endParaRPr lang="en-US" sz="1700" dirty="0"/>
          </a:p>
        </p:txBody>
      </p:sp>
      <p:sp>
        <p:nvSpPr>
          <p:cNvPr id="9" name="element_a6930dc4d6269b252d73cb57e3ab4a61:fallback-shape"/>
          <p:cNvSpPr/>
          <p:nvPr/>
        </p:nvSpPr>
        <p:spPr>
          <a:xfrm>
            <a:off x="731502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a6930dc4d6269b252d73cb57e3ab4a61:fallback-label"/>
          <p:cNvSpPr/>
          <p:nvPr/>
        </p:nvSpPr>
        <p:spPr>
          <a:xfrm>
            <a:off x="731502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Structured evidence map derived from the supplied brief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1" name="element_e9b6cef9d8a59342d63dafc67ceaa5e4"/>
          <p:cNvSpPr txBox="1"/>
          <p:nvPr/>
        </p:nvSpPr>
        <p:spPr>
          <a:xfrm>
            <a:off x="975336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2" name="element_fe8b4903e3b077989df9a83afb07eacf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57c3324a3484c93bfe21130e6cd89937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50f79b3f29075ef2adb249a3bed73baa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cd2a492a1010f3e9428e21d9483cacce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4" name="element_ebc98868084c4fcfdddd2d2d75249fc2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3800" dirty="0"/>
          </a:p>
        </p:txBody>
      </p:sp>
      <p:sp>
        <p:nvSpPr>
          <p:cNvPr id="5" name="element_d29cda3150aa31452b5dbf0b98fa9bdf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Invite Decision-makers described in the brief to align on the outcome, the first action, and the evidence that will guide the next decision.</a:t>
            </a:r>
            <a:endParaRPr lang="en-US" sz="1900" dirty="0"/>
          </a:p>
        </p:txBody>
      </p:sp>
      <p:sp>
        <p:nvSpPr>
          <p:cNvPr id="6" name="element_d9ee7ec188c783f6b9476ef4542a8162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Agree the outcome</a:t>
            </a:r>
            <a:endParaRPr lang="en-US" sz="1600" dirty="0"/>
          </a:p>
        </p:txBody>
      </p:sp>
      <p:sp>
        <p:nvSpPr>
          <p:cNvPr id="7" name="element_4ebeba57e3f0b03fdc6cad452c633f2d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Name the owner</a:t>
            </a:r>
            <a:endParaRPr lang="en-US" sz="1600" dirty="0"/>
          </a:p>
        </p:txBody>
      </p:sp>
      <p:sp>
        <p:nvSpPr>
          <p:cNvPr id="8" name="element_7372dd6338b9e1d5846db136aca6117f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Set the next checkpoint</a:t>
            </a:r>
            <a:endParaRPr lang="en-US" sz="1600" dirty="0"/>
          </a:p>
        </p:txBody>
      </p:sp>
      <p:sp>
        <p:nvSpPr>
          <p:cNvPr id="9" name="element_90c70ba28c456153dfa1babe2a30cc9a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02c15d1dc6bca03043ef12263c6138d7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seven-slide product demo for product leaders evaluating revi…</dc:title>
  <dc:subject>Create an editable, reviewable presentation from this idea</dc:subject>
  <dc:creator>NodeSlide</dc:creator>
  <cp:lastModifiedBy>NodeSlide</cp:lastModifiedBy>
  <cp:revision>1</cp:revision>
  <dcterms:created xsi:type="dcterms:W3CDTF">2026-07-21T23:54:23Z</dcterms:created>
  <dcterms:modified xsi:type="dcterms:W3CDTF">2026-07-21T23:54:23Z</dcterms:modified>
</cp:coreProperties>
</file>