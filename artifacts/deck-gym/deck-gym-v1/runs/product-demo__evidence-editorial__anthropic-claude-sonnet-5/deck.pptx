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[source_c8fa885037f9f73e58051437479a924b]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[source_a6b7cee874273f68721155c576a9e0b8] journey.csv
Citation: Uploaded file: journey.csv
stage,elapsed_seconds,status
brief_submitted,0,complete
structured_draft,31,complete
validation,34,complete
human_accept,52,complete
pptx_export,58,complete
Disclaimer: User supplied
[source_5decef5d5fb02bc609a50fbea3d7153f]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[source_c8fa885037f9f73e58051437479a924b]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[source_a6b7cee874273f68721155c576a9e0b8] journey.csv
Citation: Uploaded file: journey.csv
stage,elapsed_seconds,status
brief_submitted,0,complete
structured_draft,31,complete
validation,34,complete
human_accept,52,complete
pptx_export,58,complete
Disclaimer: User supplied
[source_5decef5d5fb02bc609a50fbea3d7153f]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[source_c8fa885037f9f73e58051437479a924b]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[source_a6b7cee874273f68721155c576a9e0b8] journey.csv
Citation: Uploaded file: journey.csv
stage,elapsed_seconds,status
brief_submitted,0,complete
structured_draft,31,complete
validation,34,complete
human_accept,52,complete
pptx_export,58,complete
Disclaimer: User supplied
[source_5decef5d5fb02bc609a50fbea3d7153f]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[source_c8fa885037f9f73e58051437479a924b]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[source_a6b7cee874273f68721155c576a9e0b8] journey.csv
Citation: Uploaded file: journey.csv
stage,elapsed_seconds,status
brief_submitted,0,complete
structured_draft,31,complete
validation,34,complete
human_accept,52,complete
pptx_export,58,complete
Disclaimer: User supplied
[source_5decef5d5fb02bc609a50fbea3d7153f]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[source_c8fa885037f9f73e58051437479a924b]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[source_a6b7cee874273f68721155c576a9e0b8] journey.csv
Citation: Uploaded file: journey.csv
stage,elapsed_seconds,status
brief_submitted,0,complete
structured_draft,31,complete
validation,34,complete
human_accept,52,complete
pptx_export,58,complete
Disclaimer: User supplied
[source_5decef5d5fb02bc609a50fbea3d7153f]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[source_c8fa885037f9f73e58051437479a924b]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[source_a6b7cee874273f68721155c576a9e0b8] journey.csv
Citation: Uploaded file: journey.csv
stage,elapsed_seconds,status
brief_submitted,0,complete
structured_draft,31,complete
validation,34,complete
human_accept,52,complete
pptx_export,58,complete
Disclaimer: User supplied
[source_5decef5d5fb02bc609a50fbea3d7153f]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[source_c8fa885037f9f73e58051437479a924b]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[source_a6b7cee874273f68721155c576a9e0b8] journey.csv
Citation: Uploaded file: journey.csv
stage,elapsed_seconds,status
brief_submitted,0,complete
structured_draft,31,complete
validation,34,complete
human_accept,52,complete
pptx_export,58,complete
Disclaimer: User supplied
[source_5decef5d5fb02bc609a50fbea3d7153f]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7fd8d1e77d480e5049ae425242f734e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465844d04301928f3d7c146553093c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de7c38c2e46f3ddd617eed05447abce7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4458d115f7b58056d70744a8538b49c5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7bd4ba882ce3ab9ef7c40e9d3acf83f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f053d1b5d309c0f2e5ee2dc7b2ee7168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9fa3f53b1b16d28d4cc6165ea4208d7a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85b4d5bc196ac214534dc293062328c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d2e789817449bbb1fec22c318ae196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6c76b77eaad8f329505ebd9ff3255f1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d5c2415ccc6a498ff48b5199a21818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19b45afaa87b7818fc8a1c5410cc1541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e75aedba9b31084a677eb87fbdd81aa5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06fcf810a14e576891ccb00c216777c7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1b7f630c224ebe594393683705c768e7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9bbba51444c12dcccec759dff998bd07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19ff04e854471e10e73dbac58e5217f5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6d72eefdf0a136f8b9424dd53611421f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3761feea948bb9bac3b604da364ca326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3761feea948bb9bac3b604da364ca326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18c53939c798477d8edad67b2bc12cd8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18c53939c798477d8edad67b2bc12cd8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3c7f95fabd3040f4217fd6d1046fc4e6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3c7f95fabd3040f4217fd6d1046fc4e6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d0b3cef3975016a3d5783388a3bbde8c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53e3fb6d79de32e0f13b1c5b002badd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855f21ab6c7229862fb9b9329103127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ae110bd732567c2e40602d2b09e58c7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791bf3b844726ca6dcd11584cab00dc8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be823ea51790f57d1c973b92c5baa0c5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product demo for product leaders evaluating reviewable AI presentation generation. Show the initial brief, structured draft, validation, review-before-accept, trace receipt, editable export, and final decision. Use the supplied journey ti…</a:t>
            </a:r>
            <a:endParaRPr lang="en-US" sz="1900" dirty="0"/>
          </a:p>
        </p:txBody>
      </p:sp>
      <p:sp>
        <p:nvSpPr>
          <p:cNvPr id="6" name="element_99b388b3c86740fd66bf2de5478501b0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7dcdddadd67a3dbf3b63193955644e2c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a7812a17b7747bb3969e7377563892ef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245158e55d8fa21b6f5b6722b9566c9a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85a8a6ba2105e0718ad2eddf9f190481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9931e27fb3213e4e4cde20fdce295a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33b6fed027fb288acb7e3e4e4ed020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83d8eda18bba5126262b2946a9f9da1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1a157ba95a4ba87adcb042e96c6b6cca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c0a1b63a2e47ea20fc93fa8b4a63b1c1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7cb440dc683dbe0ead309e99f7b18dd4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431f390c877af4910dc62654e08df7b0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9e7afcfe407b92234b1e90ac16087f66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7ff7800cad8e16fff46041818f7970c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a183f3b6953962895124ad0c8f0438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3483951abe490eebead347a0309ec97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a0cef7ed75df72b2c34b3766e556ddf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02aa7c8c779372ab330b09cb8d0fcdb0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417a5fb1194b13b6935f2792402f960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4aacb93cf28752a18a3371cb15427e57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3fb899e028454387d137439357097bd8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1c9450ead73d72804df01cf4d41467d3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080e95d8a1d4489eb3201bd36b84e5b2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4976f9ba821afad8c310890a7183b018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511486648204971a1d1712791ef7101d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0bec4f6824f89160f6015863b006666d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b33e4e9d3b5e0d637f7208eb745097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b93c9a06b48561b822e560a145fb2cc6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6763311edf6be48e98b3f112f30d5e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a37679e5baef24d1d5899eae484e62aa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3d70e986ade0b741cb5b695205cca834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ae77dcf57fa14b4665cc20f21069890d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9af3ed049967d4cf12c7fdaaf11b97ff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838eafcc8365ef71f5aa02f5a5e13038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e0ef90df9f710ec09dab4b03c71a535a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e0ef90df9f710ec09dab4b03c71a535a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241f6a480ff1ed06e6ba450a77edc4ff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c4916a669cc84c0f68b2acc5f8b86a3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5d54e0bf40e46081403fa021b310c3f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4808465dc558a9d7ae227b8a7778d3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d8a3ed6d03ea4da6467811472eceff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912f63c0d44ef13a99a6dec0c54bdd7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9c499bcb2e47c2bca48f76f55a27b4ec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e772635a4f983f5d18798dc45551e28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f12677b8f1f9d70268ed22b51e613c19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70648f39802322a880bd26ae1f726e3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a166517d9a7b07ba87b16807fdbc072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9e9f16adf75a1bf7be6d626e9eddbbc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product demo for product leaders evaluating revi…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2026-07-21T23:54:03Z</dcterms:created>
  <dcterms:modified xsi:type="dcterms:W3CDTF">2026-07-21T23:54:03Z</dcterms:modified>
</cp:coreProperties>
</file>