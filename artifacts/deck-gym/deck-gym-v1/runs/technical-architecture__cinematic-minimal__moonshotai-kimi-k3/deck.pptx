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[source_e2314b896499d33bb77a05e57e210617]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[source_46e4a80901bb0a6d18cd8e2f3a010271] benchmark.csv
Citation: Uploaded file: benchmark.csv
adapter,p50_ms,p95_ms,receipt_bytes
memory,4,9,820
convex,38,92,1160
postgres,31,77,1080
Disclaimer: User supplied
[source_1495dc0ac6ffe89648a4b14c213a95b8]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[source_e2314b896499d33bb77a05e57e210617]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[source_46e4a80901bb0a6d18cd8e2f3a010271] benchmark.csv
Citation: Uploaded file: benchmark.csv
adapter,p50_ms,p95_ms,receipt_bytes
memory,4,9,820
convex,38,92,1160
postgres,31,77,1080
Disclaimer: User supplied
[source_1495dc0ac6ffe89648a4b14c213a95b8]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[source_e2314b896499d33bb77a05e57e210617]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[source_46e4a80901bb0a6d18cd8e2f3a010271] benchmark.csv
Citation: Uploaded file: benchmark.csv
adapter,p50_ms,p95_ms,receipt_bytes
memory,4,9,820
convex,38,92,1160
postgres,31,77,1080
Disclaimer: User supplied
[source_1495dc0ac6ffe89648a4b14c213a95b8]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“Turn the idea into a sequence people can understand and own.”
Evidence note: Content is based on the supplied creation brief. Illustrative examples are not independently verified; replace them with measured evidence before external publication.
NodeSlide sources
[source_e2314b896499d33bb77a05e57e210617]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[source_46e4a80901bb0a6d18cd8e2f3a010271] benchmark.csv
Citation: Uploaded file: benchmark.csv
adapter,p50_ms,p95_ms,receipt_bytes
memory,4,9,820
convex,38,92,1160
postgres,31,77,1080
Disclaimer: User supplied
[source_1495dc0ac6ffe89648a4b14c213a95b8]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[source_e2314b896499d33bb77a05e57e210617]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[source_46e4a80901bb0a6d18cd8e2f3a010271] benchmark.csv
Citation: Uploaded file: benchmark.csv
adapter,p50_ms,p95_ms,receipt_bytes
memory,4,9,820
convex,38,92,1160
postgres,31,77,1080
Disclaimer: User supplied
[source_1495dc0ac6ffe89648a4b14c213a95b8]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[source_e2314b896499d33bb77a05e57e210617]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[source_46e4a80901bb0a6d18cd8e2f3a010271] benchmark.csv
Citation: Uploaded file: benchmark.csv
adapter,p50_ms,p95_ms,receipt_bytes
memory,4,9,820
convex,38,92,1160
postgres,31,77,1080
Disclaimer: User supplied
[source_1495dc0ac6ffe89648a4b14c213a95b8]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[source_e2314b896499d33bb77a05e57e210617] Create a seven-slide technical architecture review for staff engineer… — creation brief
Citation: Create a seven-slide technical architecture review for staff engineers deciding whether to approve a portable caseflow runtime. Show the invariant lifecycle, adapter boundary, request sequence, benchmark evidence, code contract, failure handling, and decision. Include an editable architecture graph, an editable sequence flow, an editable benchmark chart, and a legible code excerpt. Avoid prose arrows and generic card grids. Design direction: Use a cinematic minimal direction: fewer words, larger visual centers, deliberate scale changes, one memorable visual climax, and quiet transition beats. Keep all evidence honest and editable.
Disclaimer: Internal working material
[source_46e4a80901bb0a6d18cd8e2f3a010271] benchmark.csv
Citation: Uploaded file: benchmark.csv
adapter,p50_ms,p95_ms,receipt_bytes
memory,4,9,820
convex,38,92,1160
postgres,31,77,1080
Disclaimer: User supplied
[source_1495dc0ac6ffe89648a4b14c213a95b8] caseflow.ts.txt
Citation: Uploaded file: caseflow.ts.txt
export interface CaseflowAdapter { stage(input: StageInput): Promise&lt;Proposal&gt;; commit(input: CommitInput): Promise&lt;Receipt&gt;; restore(versionId: string): Promise&lt;Receipt&gt;; }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9f1df9b83d83e905c9211c8ddc47ac6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386857a7bb35e67dc9ac53385803be3"/>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32535278553dd23321f5c30c8d87386c"/>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248677efc0e956d2d161a3665350ce1a"/>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3eb650cc78bc1d1ccae81a890d2d619e"/>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6348a48f0be1ad08df507741edae9d37"/>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79c57260f7961d200d0bdae90738307c"/>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f4758e9f6a941d814b36a5715a3ad256"/>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ce823beed9502a865cedd72813696e6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6b5323255e235cb9d0afbc4f7dad5c07"/>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213b15c6b6f46623868ffb47bda34815"/>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ddd84748919e0396e76559da4ab4acff"/>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3b2544a44ed667d6f0c6c51463e5c62a"/>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b22abaec69c7427bd52e49ec4b80b2b3"/>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1662705fce18b65710c18bc292328810"/>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e2aa9a21163689cb101b4954ddc8157d"/>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d8f9fd6d5671045834446d71f2dcb10d"/>
          <p:cNvSpPr/>
          <p:nvPr/>
        </p:nvSpPr>
        <p:spPr>
          <a:xfrm>
            <a:off x="7019978" y="4375404"/>
            <a:ext cx="243834" cy="164592"/>
          </a:xfrm>
          <a:prstGeom prst="line">
            <a:avLst/>
          </a:prstGeom>
          <a:noFill/>
          <a:ln w="25400">
            <a:solidFill>
              <a:srgbClr val="7566A8"/>
            </a:solidFill>
            <a:prstDash val="solid"/>
            <a:tailEnd type="triangle"/>
          </a:ln>
        </p:spPr>
      </p:sp>
      <p:sp>
        <p:nvSpPr>
          <p:cNvPr id="10" name="element_7e8b0d265992baf0dc3fd459f7114300"/>
          <p:cNvSpPr/>
          <p:nvPr/>
        </p:nvSpPr>
        <p:spPr>
          <a:xfrm>
            <a:off x="9194977" y="4375404"/>
            <a:ext cx="243834" cy="164592"/>
          </a:xfrm>
          <a:prstGeom prst="line">
            <a:avLst/>
          </a:prstGeom>
          <a:noFill/>
          <a:ln w="25400">
            <a:solidFill>
              <a:srgbClr val="7566A8"/>
            </a:solidFill>
            <a:prstDash val="solid"/>
            <a:tailEnd type="triangle"/>
          </a:ln>
        </p:spPr>
      </p:sp>
      <p:sp>
        <p:nvSpPr>
          <p:cNvPr id="11" name="element_39a8429707abdb58381e6518c116ec0d"/>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39a8429707abdb58381e6518c116ec0d: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7b1e725034c92d555d222ed09671ccdc"/>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7b1e725034c92d555d222ed09671ccdc: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569ec370315bdf7b23e05a607a8bcb24"/>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569ec370315bdf7b23e05a607a8bcb24: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6a723e4258b033547b1f98502a6602fb"/>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1fc3a9a043111f0f28d1f49001f4a17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fd16e0f29b1e6f6c5e3569a776bf1be1"/>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f2e8307ed0664c61a6ebd797e75bab56"/>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240a4e15117a0c3585e98312fdf4c1c4"/>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e3ce6994af27e85fed5ce5884687b24c"/>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 seven-slide technical architecture review for staff engineers deciding whether to approve a portable caseflow runtime. Show the invariant lifecycle, adapter boundary, request sequence, benchmark evidence, code contract, failure handling, and decision…</a:t>
            </a:r>
            <a:endParaRPr lang="en-US" sz="1900" dirty="0"/>
          </a:p>
        </p:txBody>
      </p:sp>
      <p:sp>
        <p:nvSpPr>
          <p:cNvPr id="6" name="element_6c5531965d1de73962a36019692cca60"/>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7721ac2ca52363da587998917f334faa"/>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4914c5add3da931fb6f162e1243754e7"/>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30e015ab7a752028abca0bf80186e4e7"/>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57eb638cc91ad874cb1a2c5ecb5f1925"/>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4961b3869d3077e0e544b31dd5193b4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6919161d59043b422ee00283cfeae08d"/>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c092eb8e3adf9b20b1206c2667d9d409"/>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Turn the idea into a sequence people can understand and own.</a:t>
            </a:r>
            <a:endParaRPr lang="en-US" sz="3800" dirty="0"/>
          </a:p>
        </p:txBody>
      </p:sp>
      <p:sp>
        <p:nvSpPr>
          <p:cNvPr id="5" name="element_8a18f98b802ae0dca9af3db7f65f51e8"/>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Connect intent, action, and feedback in one visible operating path so the audience can see both the destination and the mechanics.</a:t>
            </a:r>
            <a:endParaRPr lang="en-US" sz="1900" dirty="0"/>
          </a:p>
        </p:txBody>
      </p:sp>
      <p:sp>
        <p:nvSpPr>
          <p:cNvPr id="6" name="element_e41796cabd3422a7cfc5fe7cf9f92a03"/>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Align on intent</a:t>
            </a:r>
            <a:endParaRPr lang="en-US" sz="1700" dirty="0"/>
          </a:p>
        </p:txBody>
      </p:sp>
      <p:sp>
        <p:nvSpPr>
          <p:cNvPr id="7" name="element_ba355e20209ca1262fc3b2e8fc2ddd06"/>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Execute the critical moves</a:t>
            </a:r>
            <a:endParaRPr lang="en-US" sz="1700" dirty="0"/>
          </a:p>
        </p:txBody>
      </p:sp>
      <p:sp>
        <p:nvSpPr>
          <p:cNvPr id="8" name="element_fd44897075e43547526ac6bb8d410f14"/>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Review measurable outcomes</a:t>
            </a:r>
            <a:endParaRPr lang="en-US" sz="1700" dirty="0"/>
          </a:p>
        </p:txBody>
      </p:sp>
      <p:sp>
        <p:nvSpPr>
          <p:cNvPr id="9" name="element_642b176d5b9ebe405a8c00a956107c1c"/>
          <p:cNvSpPr txBox="1"/>
          <p:nvPr/>
        </p:nvSpPr>
        <p:spPr>
          <a:xfrm>
            <a:off x="6461598" y="2880360"/>
            <a:ext cx="4754761" cy="1645920"/>
          </a:xfrm>
          <a:prstGeom prst="rect">
            <a:avLst/>
          </a:prstGeom>
          <a:noFill/>
          <a:ln/>
        </p:spPr>
        <p:txBody>
          <a:bodyPr wrap="square" lIns="254000" tIns="254000" rIns="254000" bIns="254000" rtlCol="0" anchor="ctr">
            <a:normAutofit/>
          </a:bodyPr>
          <a:lstStyle/>
          <a:p>
            <a:pPr algn="ctr" indent="0" marL="0">
              <a:lnSpc>
                <a:spcPct val="115000"/>
              </a:lnSpc>
              <a:buNone/>
            </a:pPr>
            <a:r>
              <a:rPr lang="en-US" sz="3000" b="1" dirty="0">
                <a:solidFill>
                  <a:srgbClr val="34452C"/>
                </a:solidFill>
                <a:latin typeface="JetBrains Mono Variable" pitchFamily="34" charset="0"/>
                <a:ea typeface="JetBrains Mono Variable" pitchFamily="34" charset="-122"/>
                <a:cs typeface="JetBrains Mono Variable" pitchFamily="34" charset="-120"/>
              </a:rPr>
              <a:t>accepted change = proposal ∩ authorized scope</a:t>
            </a:r>
            <a:endParaRPr lang="en-US" sz="3000" dirty="0"/>
          </a:p>
        </p:txBody>
      </p:sp>
      <p:sp>
        <p:nvSpPr>
          <p:cNvPr id="10" name="element_b304aa018f91c388c385423ac5135aa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9f810a5d17b6ec67dfa44c1e633e1c6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83928189e6863fd553a39d1c847078b5"/>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71ed971169f641c6d7b404ab8e7826de"/>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4c58fd29959c2ab1110636341a0c2f9a"/>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7dc2a642e4b41b887f4e6fc9b7bd204d"/>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f3ba94cdabc3a2e554ddbbe4b2b7a77f"/>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fa24fc2f151c85b9f4cb571160a38697"/>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5511494967b21ff33434d3e1ef195b8b"/>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99450ce4236f77c1747915a010e01e09"/>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4b7bbff3fd0ebd56e9cb2a11cf56605d"/>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3f046a5322f43ddd42afeefc5c20b5ef"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23f1c1cedbbc0ab5c096b7223645f6f8"/>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e4e5327f362cb5e9186b344fb70e6273"/>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3104c8fb2e77c627f3f97feb19d81983"/>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9443b06ec3c590772469b92049d9251"/>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8fdf0250682ff3e7fcc42aab4158a62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1f3bbd942132c9221f5d72859e784188"/>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822c803086549c113dfba8868321356a"/>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6b46272288f995c294237be176041be5"/>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ffa0339f5c553521c3bedb50b8204017"/>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bfa26f9c71f720f46d523cd8064e2ee1: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bfa26f9c71f720f46d523cd8064e2ee1: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9e271054200ff0d81cb194bb8b192135"/>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cee5306295f4d8f9fbd1e34932ff1348"/>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56494b6ccb130a6c3fd8dcbcd23c807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daf1462f0167b543ec8c115f6931b09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63b7872447eb9769c9c9b400232e6b8e"/>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a0e304a0e952bf42bbede4d8d23c1a75"/>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e2ecf6396256a4492fdcad2847a00353"/>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925b4de589d97d6c2340b839b4c8a0bf"/>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85e117f7290cadb995f89212475d6935"/>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5826473e623edc891b4f2c4289729ced"/>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938d9b72015d764a1526d447625e8349"/>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eb836541d1ca3cb4806eab6096b3d02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 seven-slide technical architecture review for staff engineer…</dc:title>
  <dc:subject>Create an editable, reviewable presentation from this idea</dc:subject>
  <dc:creator>NodeSlide</dc:creator>
  <cp:lastModifiedBy>NodeSlide</cp:lastModifiedBy>
  <cp:revision>1</cp:revision>
  <dcterms:created xsi:type="dcterms:W3CDTF">2026-07-21T23:52:57Z</dcterms:created>
  <dcterms:modified xsi:type="dcterms:W3CDTF">2026-07-21T23:52:57Z</dcterms:modified>
</cp:coreProperties>
</file>