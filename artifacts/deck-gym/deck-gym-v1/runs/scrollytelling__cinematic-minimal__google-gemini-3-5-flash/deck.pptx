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[source_32ae02af580484c68093f659ef85cc6f]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[source_defe86b10408765a6f3e8c104a1888df]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[source_32ae02af580484c68093f659ef85cc6f]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[source_defe86b10408765a6f3e8c104a1888df]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[source_32ae02af580484c68093f659ef85cc6f]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[source_defe86b10408765a6f3e8c104a1888df]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[source_32ae02af580484c68093f659ef85cc6f]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[source_defe86b10408765a6f3e8c104a1888df]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[source_32ae02af580484c68093f659ef85cc6f]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[source_defe86b10408765a6f3e8c104a1888df]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[source_32ae02af580484c68093f659ef85cc6f]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[source_defe86b10408765a6f3e8c104a1888df]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[source_32ae02af580484c68093f659ef85cc6f]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[source_defe86b10408765a6f3e8c104a1888df]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5ea24156b1dbeb9143146c3fd9526d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b794cc0ceb1d66cb25b27ee6b7be32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e5641a18d56ed531c79e47d3218cb760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1ef4cab5aeae6b930f4eaeee05168f18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352c5c9175a4d773c992e14e74075263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2e4704fa94103d4d3910eb82f098d5a0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6140f768cb2675b29f50bdfddcb08db2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7c883b0d2c17ac8809af7b1fac3f124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64cb8b4063463b990825d20dd4c6662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c68743feb5c8597c485cf5df233263c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ea5b8c35e7a9c67eee37a4f1ae919dc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b017fc3b4faf74726cbb8980423d7c7c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982bfc04e7eaf666a086cda4772a92de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659deca38d60581fe525547e439772c1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ec4173bc06817b1f075d2e8cf3d804dd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97ab2a762cc4b093affcf45f9d4a5b1e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51a190b1c329fb8a441047d7117f83ba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c43f57df760e9b4fba58272935d5426f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530acba40ef29f010ba10f0a5c29c4ac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530acba40ef29f010ba10f0a5c29c4ac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afb0784493a1ea18a658175eb56ae218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afb0784493a1ea18a658175eb56ae218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479d2f4915343794c3f42dcff0906a86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479d2f4915343794c3f42dcff0906a86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22a4ea01997c11f39973ab900c4ad783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1cd4766aeeec45043ce65ec1140c7a5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6a98d89b32fe0af358ff09379b9668a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ae8ef31e3618e3bc24af2882aae6262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f1e3f2edc4a3e2d7f2dd6a8557bd445a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94b32e4b31e73d444cfcd356b7522960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scrollytelling-style deck for supply-chain leaders following one shipment from booking through delivery. Each slide should advance the same journey, reveal one new risk signal, and preserve a coherent static PowerPoint fallback. Use the s…</a:t>
            </a:r>
            <a:endParaRPr lang="en-US" sz="1900" dirty="0"/>
          </a:p>
        </p:txBody>
      </p:sp>
      <p:sp>
        <p:nvSpPr>
          <p:cNvPr id="6" name="element_cbb5a110324f8c8dc9023a384c9c35ff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57c57fd18b3aef3bf915017e92a1415c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889b1ed20e5fdd1866ebd2a97a2215ff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4dcc666e1eeacac8913f1d091b22455b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4356baacfe8480f7480d59885bad6775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45dbac5534a54d44aa742a5551276e6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ddab0cca820113779a531f2c88eaf5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a9da0c2a67a7737a1c3dfd1695981a5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7d13840882013f774331d7a6f4cfe9d5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0a1e2558f1ccb4443c132d709d9ee829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1206f0292c9d718a7a87321d9359ecbd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a10d19b58a92333f2a26c3c46b1e0ede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29cd2e927d7c868dfc41617c7325cfa2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987af90cfbfa9b8db5ca5e09e03fa43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687a9b7babfe77407b2234779ef041f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4ae664a16e0b4e6c8a0e21a2e9e9026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7ab56287a85a355b07e021a3d25b47c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240562c09bcc7b09f2000910b584d0f1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272a789f2c763201605a1f48a9b4f6a1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92bb0386c7f7b62a1b19e7e505e4ed2b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e88cf77fb6d05bea7939231f4b806cf6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13d77ad6700694e58ccdf533ad102ca4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9ab4a1ece6581a62ff8424ec78fb33e1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048b336d43f6bb73bca6bf65b0424632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30e1b662fb46d5da0e1702daf39845c0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34b74061635971cdb2c740cfbe811416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7561388869d80fa9336b2ca2d2ee694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06c23479188e87e73e3f835410f2d042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b52957b1e605faf9adcbf3dc57a734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9e5ba41ff038b7ee147e85612bb6de85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7f497640ee6f428c6d09037179052d76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155071fba85b01f96787ba1b9bcd245e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b4fcdaf1019db86b9b1aa542f2be6687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8f4128fe48d156bc46b50d597c1d9c0c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f79df98244820aa40083fb1335989b43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f79df98244820aa40083fb1335989b43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d787cce5f1e613f3cef728b61ea5de21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cbbe18d81cbe7a88f7e2e55a746165f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468baa544f4a1c22860b150651bd256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8547e7332e7349ebe462292496df0f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d4b1db0ee0c95b28b212a54ea6c942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c88b45865d8b5175ae485ffddcfa3505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6dbac6975d065e101aa966b6b6f5f5b6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f69b5cbdb784ddba695eeb74e10755e2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6d3753d6c502a6267c7a0b578a6ef8be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2c9e7a9b1a94c250745c6c04ce22a0d0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ca8e2fe47ddf70953a95601efb95d80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e43a393921909a231af28e0b52dfe54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scrollytelling-style deck for supply-chain leade…</dc:title>
  <dc:subject>Create an editable, reviewable presentation from this idea</dc:subject>
  <dc:creator>NodeSlide</dc:creator>
  <cp:lastModifiedBy>NodeSlide</cp:lastModifiedBy>
  <cp:revision>1</cp:revision>
  <dcterms:created xsi:type="dcterms:W3CDTF">2026-07-22T00:01:41Z</dcterms:created>
  <dcterms:modified xsi:type="dcterms:W3CDTF">2026-07-22T00:01:41Z</dcterms:modified>
</cp:coreProperties>
</file>