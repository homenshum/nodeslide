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[source_c6bb5057f85536a798e50d4b348262b5]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[source_cd34cefea35d092d3de50bfb1bdbed44]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[source_c6bb5057f85536a798e50d4b348262b5]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[source_cd34cefea35d092d3de50bfb1bdbed44]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[source_c6bb5057f85536a798e50d4b348262b5]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[source_cd34cefea35d092d3de50bfb1bdbed44]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[source_c6bb5057f85536a798e50d4b348262b5]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[source_cd34cefea35d092d3de50bfb1bdbed44]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[source_c6bb5057f85536a798e50d4b348262b5]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[source_cd34cefea35d092d3de50bfb1bdbed44]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[source_c6bb5057f85536a798e50d4b348262b5]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[source_cd34cefea35d092d3de50bfb1bdbed44]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[source_c6bb5057f85536a798e50d4b348262b5]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an evidence-led editorial direction: restrained surface treatment, decisive hierarchy, visible provenance, and an inspectable visual argument on every proof slide. Avoid card grids and decorative dashboards.
Disclaimer: Internal working material
[source_cd34cefea35d092d3de50bfb1bdbed44]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362a9f28438ef4c7cf22c9c38f97466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e54514fea484e5e1d569b1fff4da6d7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3c9c525dfa3790b6a93721a924affba7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4aadf57dc47851e11ff82e24104d3e93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993140cc4ceb41b40173bc1a3b02a215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c3c8b152843e26dccfbcd87a7acbadb6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d1f14bf536dad4cc1e34ae9fb8cab993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9efc04a8dc6a95fc262efb9ecc2f1fa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ba5a15a412920e1da97b1659b0189a8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b73dadee72e8d68e6bcf10f7b5efa99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3480fd4a7917ae322836d3ec0c7498c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2de472a47bbeced0e82051cfd02b187b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80470c148f847925f6a86cbb95f8134f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cedff18a62113509535a18414bc79abf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9f7622e6606e104bea66cc4c2e4aa9c3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0a4ebe289cbf32aaed291b8690607a39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91051d08cbdfe02a81559e6988aad829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cfd2fda2d05c49e244b6ce8a83d2c841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4a3f6c9eb7de4b4e780ff35dba45df43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4a3f6c9eb7de4b4e780ff35dba45df43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d94ae7d77f8a93c078f1f1d0cee2007a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d94ae7d77f8a93c078f1f1d0cee2007a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e3fff2316fd9536ec44692d9cc5ba8fc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e3fff2316fd9536ec44692d9cc5ba8fc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ca52a14b019c80896bd702645af83ec4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e800954e5128acce33d9b8d09004d8a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dea4b691a8da3d0a63e37d49f0ad305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b15e04bdae87f5689b4b30c0d9ad46b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3a03a9bd866dd421824c7fdc84998920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64caaf9b8d54b124e728095badbcd3d0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policy briefing for city council members choosing a phased heat-resilience package. Show the evidence baseline, affected stakeholders, intervention options, implementation timeline, trade-offs, funding sequence, and recommendation. Use th…</a:t>
            </a:r>
            <a:endParaRPr lang="en-US" sz="1900" dirty="0"/>
          </a:p>
        </p:txBody>
      </p:sp>
      <p:sp>
        <p:nvSpPr>
          <p:cNvPr id="6" name="element_918bcee6e8f710424dbd42b82f3ff3c7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20131fc51c607b67b233efd58b641343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8e6a8de33aa246cfc430fb7279dfaf20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950f37947f32546c0baaa5578a1c0f5b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484768f43bb9625fdd9b8712cc620f4a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f6654a1248ae37c8fbab89c3f9a28b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4177ec69e036afb7f196162a9fb20f1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f10bef1c9ddea80e4e3968a180fcd880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37f09f78f5c86efaaa250466373e9736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e41221a7eb86a2af80cab1327ce81001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d5bab23ea805109b0428f65c9ad46d69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c57f9dfa3e80f5511aca78b669ecc91c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9d573ad9419143f712e4d15868821c48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ff1ac682c1c0e36cd972d8c0997158ee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da3dc29a62413d2694213b4c11923d4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59c4998a7c96c680048d2d2a545486b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6413f677f3955707c1e967065c15d48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d76ba26240b623ab7d5b625e47d6711e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f5641bc17a3e055558f4e91f89af3f3a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01a9f3b30587688d343f9bd3717cbf8b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f03adfb6f44270625976faf5282cf3ce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f0ff492bb705d10d0fd9b9142bb30b4b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70f23c3e064130a1d5a777b446872b3f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d9b1a14bc6624d815d261dfdbecbf2fe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bfc7a259b78923aa8d8f1ef0d4a9984f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a705e079c2b8bfda0c25d56de19de891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95f1aef081cc0294b3f4d94299d87c6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a8ebb65a2f8ac21d875d438f1efd3219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982e2316d15eb16fd70aadb3becc39a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8543adbdc6886dc8db330f5e3b48bc47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b45cbe6ec9ebaad3561f0aab1486301e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ecf0f07c556a52fb9743267d778b00dd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76c2e4c30afe68b5b1241388cb3e4cbe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31a89e90e4340ff592acc98bc2a325e7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c044487175bf3363e33b20938c1400e4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c044487175bf3363e33b20938c1400e4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2e844600a4e242bcaa132b6bb8e4c4e8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98f6d7bb7505c75a429e13009dcf0b6e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072f3826decffa048d8b224f29294616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c0c26af0ae2a73cd9f93fd522d7bd6c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b46cc845e2b5a1355afd6f6c0fb2be2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96e93dfcdb7f5271ef4c6f50673d8153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55fc2e945af0f1fe12f5291a72ab4cdc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386028817d1110c809c8ea6d577da850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aa140f25755396e7827769240910b8fb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fe5741b6f742f375b1dca9ec47b115de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d52c5f6e438b6c1413b2dc508df1b3b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3a847a705af20dfdd490acd8cb0afee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policy briefing for city council members choosin…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2026-07-21T23:59:18Z</dcterms:created>
  <dcterms:modified xsi:type="dcterms:W3CDTF">2026-07-21T23:59:18Z</dcterms:modified>
</cp:coreProperties>
</file>