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[source_c220323782406d8f74037d8e9b6a784d]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[source_f605088e7183f6cf65bbd7475ad995f5] claims-before-after.csv
Citation: Uploaded file: claims-before-after.csv
metric,before,after,unit
median_cycle_time,8.4,5.9,days
manual_touches,6.1,3.8,touches
rework_rate,14.2,9.6,percent
on_time_completion,71,84,percent
Disclaimer: User supplied
[source_9b6e661c79c3b3a71055db92a38a8063]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[source_c220323782406d8f74037d8e9b6a784d]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[source_f605088e7183f6cf65bbd7475ad995f5] claims-before-after.csv
Citation: Uploaded file: claims-before-after.csv
metric,before,after,unit
median_cycle_time,8.4,5.9,days
manual_touches,6.1,3.8,touches
rework_rate,14.2,9.6,percent
on_time_completion,71,84,percent
Disclaimer: User supplied
[source_9b6e661c79c3b3a71055db92a38a8063]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[source_c220323782406d8f74037d8e9b6a784d]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[source_f605088e7183f6cf65bbd7475ad995f5] claims-before-after.csv
Citation: Uploaded file: claims-before-after.csv
metric,before,after,unit
median_cycle_time,8.4,5.9,days
manual_touches,6.1,3.8,touches
rework_rate,14.2,9.6,percent
on_time_completion,71,84,percent
Disclaimer: User supplied
[source_9b6e661c79c3b3a71055db92a38a8063]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[source_c220323782406d8f74037d8e9b6a784d]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[source_f605088e7183f6cf65bbd7475ad995f5] claims-before-after.csv
Citation: Uploaded file: claims-before-after.csv
metric,before,after,unit
median_cycle_time,8.4,5.9,days
manual_touches,6.1,3.8,touches
rework_rate,14.2,9.6,percent
on_time_completion,71,84,percent
Disclaimer: User supplied
[source_9b6e661c79c3b3a71055db92a38a8063]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[source_c220323782406d8f74037d8e9b6a784d]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[source_f605088e7183f6cf65bbd7475ad995f5] claims-before-after.csv
Citation: Uploaded file: claims-before-after.csv
metric,before,after,unit
median_cycle_time,8.4,5.9,days
manual_touches,6.1,3.8,touches
rework_rate,14.2,9.6,percent
on_time_completion,71,84,percent
Disclaimer: User supplied
[source_9b6e661c79c3b3a71055db92a38a8063]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[source_c220323782406d8f74037d8e9b6a784d]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[source_f605088e7183f6cf65bbd7475ad995f5] claims-before-after.csv
Citation: Uploaded file: claims-before-after.csv
metric,before,after,unit
median_cycle_time,8.4,5.9,days
manual_touches,6.1,3.8,touches
rework_rate,14.2,9.6,percent
on_time_completion,71,84,percent
Disclaimer: User supplied
[source_9b6e661c79c3b3a71055db92a38a8063]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[source_c220323782406d8f74037d8e9b6a784d]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[source_f605088e7183f6cf65bbd7475ad995f5] claims-before-after.csv
Citation: Uploaded file: claims-before-after.csv
metric,before,after,unit
median_cycle_time,8.4,5.9,days
manual_touches,6.1,3.8,touches
rework_rate,14.2,9.6,percent
on_time_completion,71,84,percent
Disclaimer: User supplied
[source_9b6e661c79c3b3a71055db92a38a8063]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33449d0df23f876288c63a6c35f0bb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18ba7f32eb05843ac23a3679f0aecb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362f2249905281c6509ab9f7584c28b9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c840d6dc671e3edbe8908bf85635b645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35cad01e6431c35b2c9345ef175e7fa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3205f8f32df7a18d9a68d241e417ad62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ce85c960aa92d7284f5c06fb7625859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79e34b5db47a06605f469b32fdff125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32e5ec4cc0088e2bfdb4ec33c436c1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667355ce55bc9282c1e15abfb48754f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edba0ae82151d536683ea6a15df63b4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0e10635e4853853e4df44ea25ee85f67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efccedcdb4dd3cd06a7069ed180b0989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763d833edffdf3c02f1803c032f98f9f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8ed89ca42e52d336a135f2856dd9ed87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07c705949422cb68a9cc1a3494eae1f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a3d7e2db515aca4d7171c933b6f56277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a8fee20d3cfa3bc212aff882d642d2ef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51487f7ea102a671c004a3faab5df817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1487f7ea102a671c004a3faab5df817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15c0015fbfacd6749a4f62176334809d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15c0015fbfacd6749a4f62176334809d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36a52daf62e35b6e4f0e7ff2f76280e0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36a52daf62e35b6e4f0e7ff2f76280e0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c995da8ffce7a91107eb0a554740ece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d5d4a8d9340aae742c6121d381ba55d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10598a5545e517f6299eb4d62aabcd4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d02c1eeeacc260d792fbaed67bb51b7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087338439dfc68e8102a90b129d78ad6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8a770871e7a84be3120aca8eeb48fa58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case study for operations executives deciding whether to replicate a claims-processing intervention. Show the initial state, intervention, adoption path, measured before/after outcomes, operator evidence, limitations, and replication deci…</a:t>
            </a:r>
            <a:endParaRPr lang="en-US" sz="1900" dirty="0"/>
          </a:p>
        </p:txBody>
      </p:sp>
      <p:sp>
        <p:nvSpPr>
          <p:cNvPr id="6" name="element_dcf6dbf4838685a7c39bd37e88150110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df36d86709647b315c9116ea36b95325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617d1a802b8202bf7fdefddab494a46a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ee42f573af56f8c2f452b21d9cdb37f5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9bbb8a5f016f39b38e2c70cfbbb6318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06bfeda608a282ef8b2f6c65403820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9eb679cdd103c1ac5511d0494487bc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61d0b825b616e1fc182d81f4d00177d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1938aac4a0737f9b8f72b233ad5ddc5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0a7ff4adf21f0e84ac7a5504ac013d3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e2ddd45f73fedb7de3c0b8a8efe7777d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f874e1957debc5d4771cfe0ce89ffe2d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2be2877b5e11cacde9aff9942fd90eed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50cb7f68772e5c8528d3178be3713f6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e3da500f6e0909bc899de9749a221df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c1a9852749dade469588c9ad3e6b62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ac19c6e983cfcba72215d860389dd1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3cee86aaa9e1486a4b50ca24f230f20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e133671c5d9df04903287c4525e89b5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47ee35cbe59d83c068fe354ba8a0a5a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57be9c96af7c0411a92ecffcfc97db7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f3e16be39bccb7d3b659606f4c4f03e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6ecb16b44c907907a9a465d114ebbb89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f28563e9672208f393802132df4e1bab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b71000c1b89f1813e788e608686120a8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38e204de6200a218202a0d702f62520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81c67879e6cf16a2524befd9303b67f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50c7a3f99d29cea510c60c6219a1bd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f71bbcb3042f766432559a26bce4c1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3000b74f80eb24c60723ab130cc118d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c25fb88705771c60cdb26b604c30f69a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bae47dde73e351877c64c0b86c9920c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99a2414f32fbe87065c72fde86312650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7ffc645f3c95b95b21b2185751455b32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59384dde4c4807ec82eb7dc28f086e7c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59384dde4c4807ec82eb7dc28f086e7c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e5d859c51b5fca640a9a4c99608e6dea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80de8a5d995d47d337743ae2973d597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18b502c1234ff6b1dd0e6b1d716f1f1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aaf8b56777ab19e386a3561cf56891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f1d4b14915e8d54bbfc954da979f56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55daf8784267c96bd800a0b9929f050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6b08c3013cad2280c3adea7bdb9b9cba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2e57e5fa26b3f8af93c7e7777d48b64a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2196ddb959fb229033fb21275cfa0d5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14f9912432f275a66eee29792db4f724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2f425a83665064f3c1086ac6bb5e9c5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a2ad2720aed639560002c56bde42e2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case study for operations executives deciding wh…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2026-07-22T00:00:51Z</dcterms:created>
  <dcterms:modified xsi:type="dcterms:W3CDTF">2026-07-22T00:00:51Z</dcterms:modified>
</cp:coreProperties>
</file>