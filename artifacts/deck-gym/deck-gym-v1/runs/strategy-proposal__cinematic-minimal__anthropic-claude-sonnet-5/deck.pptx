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[source_8157c02e8dd4af7aab24950675eb7f24]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[source_fc258a8047a4905fc9d6ace6951e79b0]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4ea69375400fbbd29ffee74c6faf3f4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21e5c50bbceb77cb7ef8df3fd04a901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e376460edfaf897d00358f3875a8500f"/>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93cab74de54dd0fac66912ec0715ef24"/>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b58a8e9de20187e7eb8a55c947f900fb"/>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cdc5d3ce79d0a8f34b5cb71631a2ffd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c9207e9e43a63226fb8903dbd39dd1a5"/>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b2701c636da16068078ca4214cb6bb0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36687448c01e2ee8593d6c41fe199fc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f59c74f384f3a7990e2c6e1ab7651446"/>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4b2142a22026c99359ea31da1c7aea17"/>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9e0525685c28c218afce1cc888a5a715"/>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c30d85067ae39299d1da2a2fa15aeccf"/>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277f773aabdef5b4dd48b78061d8f80f"/>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750f0f3f5662af59a613a53e72d13102"/>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9fb7f9b65b8c588d2409f8c3d43fe151"/>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9f5e3b8c19edd94e9d00d474cc856def"/>
          <p:cNvSpPr/>
          <p:nvPr/>
        </p:nvSpPr>
        <p:spPr>
          <a:xfrm>
            <a:off x="7019978" y="4375404"/>
            <a:ext cx="243834" cy="164592"/>
          </a:xfrm>
          <a:prstGeom prst="line">
            <a:avLst/>
          </a:prstGeom>
          <a:noFill/>
          <a:ln w="25400">
            <a:solidFill>
              <a:srgbClr val="7566A8"/>
            </a:solidFill>
            <a:prstDash val="solid"/>
            <a:tailEnd type="triangle"/>
          </a:ln>
        </p:spPr>
      </p:sp>
      <p:sp>
        <p:nvSpPr>
          <p:cNvPr id="10" name="element_7b2ee6a4a4e12acab345482304ff7224"/>
          <p:cNvSpPr/>
          <p:nvPr/>
        </p:nvSpPr>
        <p:spPr>
          <a:xfrm>
            <a:off x="9194977" y="4375404"/>
            <a:ext cx="243834" cy="164592"/>
          </a:xfrm>
          <a:prstGeom prst="line">
            <a:avLst/>
          </a:prstGeom>
          <a:noFill/>
          <a:ln w="25400">
            <a:solidFill>
              <a:srgbClr val="7566A8"/>
            </a:solidFill>
            <a:prstDash val="solid"/>
            <a:tailEnd type="triangle"/>
          </a:ln>
        </p:spPr>
      </p:sp>
      <p:sp>
        <p:nvSpPr>
          <p:cNvPr id="11" name="element_06793cd941ca0bf4479e7bc7e2602f9e"/>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06793cd941ca0bf4479e7bc7e2602f9e: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70b10a716639bb7daa809d5bccbccd4e"/>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70b10a716639bb7daa809d5bccbccd4e: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57e05366fe9d8c181d99e6743b0829fe"/>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57e05366fe9d8c181d99e6743b0829fe: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ed3ed1d82f059fb2cbb7f7cf741cb88d"/>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349c5bb39ed3faf02935eb77494aea0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638cb98218c88d229186f3e51923573d"/>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31832f8c70438a7e76b65699c1bda409"/>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3a1591f77404f58d01d1b6d47e8edd21"/>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4444d9dac91b8f1ea6b829fecaed3035"/>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strategy proposal for product and go-to-market leaders selecting an AI support market-entry wedge. Frame the market tension, compare three segments, show capability fit, sequence the roadmap, surface risks, and recommend one option. Use t…</a:t>
            </a:r>
            <a:endParaRPr lang="en-US" sz="1900" dirty="0"/>
          </a:p>
        </p:txBody>
      </p:sp>
      <p:sp>
        <p:nvSpPr>
          <p:cNvPr id="6" name="element_1cf92043074efe13f51eeef82b1b77e2"/>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d888e59912fc1facd9d491ecc13a866"/>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238dab6c5586478b54f7a20e55b16832"/>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d408bb52f24b4ea758fa54e1ec2f5c9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15e5f4ef8afee0efbebb9e81cad6eae"/>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1c7ea51691f5d80701f8366fa0a7776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d0573ffe4b155e6409b1cb63d1de4d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fffb9ee4c8a5d9d0b37f9f9c6a5cf1a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091b86e6bb0461986fd8acb40d0b9532"/>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e5ccd9ce58d56aa92a08cdf69a7af9b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9ed6799061ee11cf40968c7e84e1c48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cf7348792b0237f6286c1046d1420997"/>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cd4b22f841ac74a8b334107454c8361f"/>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ea3dd3ae34005dcc2f56311c408332b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e0d4520dc9c6af8befe1da816de9517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5ed9b541a52fdcfa87c2d5eb4a4108fe"/>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6f833d3cafc49932d161b576ed2865f"/>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fefbd8b9275d47bfe7d766ab311d159c"/>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8c762d1ee0f8476b823108417192d26e"/>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08234b5c4e1c0a5d52c0af1b1f3d6c1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d4806d51c356a71de2464a49df2b12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7fa3adbc285d93c10bc3c03e23acc36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beb9ff0783467d4dea2489b9ecd1c353"/>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71a75d4a6f1623818bf5a93e0a102c8c"/>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ff25bbe7f9a7a9fc362a4565c454c3ab"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90bfeaf9624ff3e59ac0040019074266"/>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f80a53eec2ba28b1ed9e1c0c958e93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e0d286203cd48b124cd53fbe32fe86c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87cd69a92a08433bb9a57559542754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d4c9aca5b3fbbdb188852182beea642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234a6ba3bf8ac5142c776f7c93be366c"/>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5f4a30de80b92806ab2da3c3d5c823a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8be7a895dbf0bb1f30edff87a82f842e"/>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7446720f78bde5fc40f7697b398c7df0"/>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3eb87a1d81244a84e0fa5f1ef4453a48: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3eb87a1d81244a84e0fa5f1ef4453a48: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661996d23a5e3e8de8524819cfb00e77"/>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365cd27a4a5f85d923418e74b894edb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656f209cba8f08892cc92745759e4b9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fa16782351dd71558ef1e424c987f96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bd906008407d3152fc1467a82f6080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8b600c46db8156bd9231bbd740c2367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2af9ab29df08ecf5a6bda8ee746a5a51"/>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eeacb6aa38674aff24ea500a6c550cde"/>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780d2835ef12824b85f8b3eef06bb9e4"/>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0a2b314d9ca68d0c5fe073c029163353"/>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4da5aeb11a0a39308fb75f265ba2249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12ffd408c8cba81423cfccd977ff2c9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strategy proposal for product and go-to-market l…</dc:title>
  <dc:subject>Create an editable, reviewable presentation from this idea</dc:subject>
  <dc:creator>NodeSlide</dc:creator>
  <cp:lastModifiedBy>NodeSlide</cp:lastModifiedBy>
  <cp:revision>1</cp:revision>
  <dcterms:created xsi:type="dcterms:W3CDTF">2026-07-21T23:58:36Z</dcterms:created>
  <dcterms:modified xsi:type="dcterms:W3CDTF">2026-07-21T23:58:36Z</dcterms:modified>
</cp:coreProperties>
</file>