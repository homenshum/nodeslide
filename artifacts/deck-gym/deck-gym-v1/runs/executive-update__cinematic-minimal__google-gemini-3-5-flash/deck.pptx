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[source_005624727f3d5d5d513e99cf00a36627]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[source_80fa69570a4fba164da8f9c1a964d342] q2-kpis.csv
Citation: Uploaded file: q2-kpis.csv
metric,q1,q2,target
revenue_musd,4.2,4.8,5.0
new_pipeline_musd,9.1,7.4,10.0
win_rate_percent,24,21,28
implementation_days,46,39,35
gross_retention_percent,93,94,95
Disclaimer: User supplied
[source_09b396e75352316e83d24fdb84e882dc]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[source_005624727f3d5d5d513e99cf00a36627]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[source_80fa69570a4fba164da8f9c1a964d342] q2-kpis.csv
Citation: Uploaded file: q2-kpis.csv
metric,q1,q2,target
revenue_musd,4.2,4.8,5.0
new_pipeline_musd,9.1,7.4,10.0
win_rate_percent,24,21,28
implementation_days,46,39,35
gross_retention_percent,93,94,95
Disclaimer: User supplied
[source_09b396e75352316e83d24fdb84e882dc]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[source_005624727f3d5d5d513e99cf00a36627]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[source_80fa69570a4fba164da8f9c1a964d342] q2-kpis.csv
Citation: Uploaded file: q2-kpis.csv
metric,q1,q2,target
revenue_musd,4.2,4.8,5.0
new_pipeline_musd,9.1,7.4,10.0
win_rate_percent,24,21,28
implementation_days,46,39,35
gross_retention_percent,93,94,95
Disclaimer: User supplied
[source_09b396e75352316e83d24fdb84e882dc]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[source_005624727f3d5d5d513e99cf00a36627]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[source_80fa69570a4fba164da8f9c1a964d342] q2-kpis.csv
Citation: Uploaded file: q2-kpis.csv
metric,q1,q2,target
revenue_musd,4.2,4.8,5.0
new_pipeline_musd,9.1,7.4,10.0
win_rate_percent,24,21,28
implementation_days,46,39,35
gross_retention_percent,93,94,95
Disclaimer: User supplied
[source_09b396e75352316e83d24fdb84e882dc]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[source_005624727f3d5d5d513e99cf00a36627]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[source_80fa69570a4fba164da8f9c1a964d342] q2-kpis.csv
Citation: Uploaded file: q2-kpis.csv
metric,q1,q2,target
revenue_musd,4.2,4.8,5.0
new_pipeline_musd,9.1,7.4,10.0
win_rate_percent,24,21,28
implementation_days,46,39,35
gross_retention_percent,93,94,95
Disclaimer: User supplied
[source_09b396e75352316e83d24fdb84e882dc]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[source_005624727f3d5d5d513e99cf00a36627]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[source_80fa69570a4fba164da8f9c1a964d342] q2-kpis.csv
Citation: Uploaded file: q2-kpis.csv
metric,q1,q2,target
revenue_musd,4.2,4.8,5.0
new_pipeline_musd,9.1,7.4,10.0
win_rate_percent,24,21,28
implementation_days,46,39,35
gross_retention_percent,93,94,95
Disclaimer: User supplied
[source_09b396e75352316e83d24fdb84e882dc]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[source_005624727f3d5d5d513e99cf00a36627]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 cinematic minimal direction: fewer words, larger visual centers, deliberate scale changes, one memorable visual climax, and quiet transition beats. Keep all evidence honest and editable.
Disclaimer: Internal working material
[source_80fa69570a4fba164da8f9c1a964d342] q2-kpis.csv
Citation: Uploaded file: q2-kpis.csv
metric,q1,q2,target
revenue_musd,4.2,4.8,5.0
new_pipeline_musd,9.1,7.4,10.0
win_rate_percent,24,21,28
implementation_days,46,39,35
gross_retention_percent,93,94,95
Disclaimer: User supplied
[source_09b396e75352316e83d24fdb84e882dc]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65598568cf89b502678aa212e84e2ac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43974c6400e58bb8a05a50dc7f27c3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2947e2e5db39b7a471700bd446a7746d"/>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625d9cb20c2cc73f1833d3e8637aa63f"/>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735284ad076fe6cd599c386a43edafe5"/>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bd61501b4a4ae658515bc8b9c2845b38"/>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5d15609b136980c6f28715b966d0366a"/>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489be0d07a820f32f537c5a20d097b1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7d0b9d1057023f85bd308d515859fc2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0c488e61845d10d34dceb1f76bd14a39"/>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2a8c5fa3484bab7d5ff6e9ed539bc865"/>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dd3a0356db1a2b81b86ac8184e4618e9"/>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be527534360ac882f92bb72bb9ea55f2"/>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578e93e4a2a8f5930b46d885fae101f6"/>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6a0c5c3d3ad99a5ae6cc752d1de6e964"/>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9823fcd9a8053bcee2955ea73943b3e8"/>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bff64ed20c6822e5e95e66acd0b1db27"/>
          <p:cNvSpPr/>
          <p:nvPr/>
        </p:nvSpPr>
        <p:spPr>
          <a:xfrm>
            <a:off x="7019978" y="4375404"/>
            <a:ext cx="243834" cy="164592"/>
          </a:xfrm>
          <a:prstGeom prst="line">
            <a:avLst/>
          </a:prstGeom>
          <a:noFill/>
          <a:ln w="25400">
            <a:solidFill>
              <a:srgbClr val="7566A8"/>
            </a:solidFill>
            <a:prstDash val="solid"/>
            <a:tailEnd type="triangle"/>
          </a:ln>
        </p:spPr>
      </p:sp>
      <p:sp>
        <p:nvSpPr>
          <p:cNvPr id="10" name="element_58974ab28a122d3a4faebadd2b4682d6"/>
          <p:cNvSpPr/>
          <p:nvPr/>
        </p:nvSpPr>
        <p:spPr>
          <a:xfrm>
            <a:off x="9194977" y="4375404"/>
            <a:ext cx="243834" cy="164592"/>
          </a:xfrm>
          <a:prstGeom prst="line">
            <a:avLst/>
          </a:prstGeom>
          <a:noFill/>
          <a:ln w="25400">
            <a:solidFill>
              <a:srgbClr val="7566A8"/>
            </a:solidFill>
            <a:prstDash val="solid"/>
            <a:tailEnd type="triangle"/>
          </a:ln>
        </p:spPr>
      </p:sp>
      <p:sp>
        <p:nvSpPr>
          <p:cNvPr id="11" name="element_1de60242af60f3d330f38ab036ccd935"/>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1de60242af60f3d330f38ab036ccd935: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8a524ab98502ca06c176421a1a286666"/>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8a524ab98502ca06c176421a1a286666: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d125051561729c7066a110e8406e783a"/>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d125051561729c7066a110e8406e783a: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4a0a77ff4e5f5a00d9268089fa9ec74b"/>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2b1e5577a873fc0c08ef0ee85b4899f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11578f89d3b5fce2716d49b550abfefb"/>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8cb7e71298a8d12b2d92e2d23d4a5e8d"/>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2b8eed058fe8985f71124537a3c08f3b"/>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9df6de79a46f4393688be7f72ee9b275"/>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Q2 operating review for executives choosing two interventions for Q3. Use the supplied KPI and risk data exactly. Open with the operating verdict, show KPI movement, explain the conversion bottleneck, rank risks, compare intervention opti…</a:t>
            </a:r>
            <a:endParaRPr lang="en-US" sz="1900" dirty="0"/>
          </a:p>
        </p:txBody>
      </p:sp>
      <p:sp>
        <p:nvSpPr>
          <p:cNvPr id="6" name="element_5afd3817854b353786abeeaef8777187"/>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00c3e47dfdc973cb010192ab67ec9332"/>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a45c7980318b6b74e0b2b573671dc0aa"/>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94c156512746354ffdf41a3b167a5a4d"/>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ef5c236ea0905245790aaf6e55dfd549"/>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0193ab08dd1729f041df44d781771a31"/>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0f3e8ebca7a3ca0610d58dfb68fdae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e715ce32f02112226f44abd1178e9f4a"/>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82bb5ee786c33c9320eb13e5ce4ab4c1"/>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e7fc92fa8e9c2108af67895fc66b0306"/>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2346fcfdeae1458413e38a33bed72872"/>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7e79131c746c0f2d519eb5fee7092d5d"/>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f21b11c1d087da64703f8c1fe6e75d08"/>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0c0e83ea4c0e22acaab6813d3b62092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5eb93e09d752e8f0ecdbebfd20b79e9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86254eee8c95765e4ba75a33939875e9"/>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6afa3224cd79f3b5c21dd6d1b09f35f3"/>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3a4a7d110b18560deae346a70c804ccd"/>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562654baf15a2611a521b806136994c9"/>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79b8f9d89d3c1585c78a3168c71da232"/>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34b5ce982332731dad7ce9d259b32523"/>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c9ea2a3073dfbd08bb43d54845390c71"/>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097ce2540c31dcb8933064aae43d8d6f"/>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a2cf81ec70466adb1a541c300ef6135d"/>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ae11329216fd235b1c5c1adfb78aa1c8"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4c24875aabb6ba13b3136d8e9a6635f5"/>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10c3a603cf678d19d6aeb2bbbd98fb2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0d036f3188a7c247184632a18a67d2e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e0e0f3ff4b99d92be5b3540573b013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758af002778307f38b3c86131a887509"/>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7e2e4cccf66ed5a73ff140362300aee1"/>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a8280c2be21511f1ade6b89133b2ee2f"/>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9f650df0efaedc42041ffaed2e8d850b"/>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82bd52c53dcfa43bb865cbec3db93ad2"/>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50df580f5c0c76c4451c0545f3ade55b: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50df580f5c0c76c4451c0545f3ade55b: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8d3245b0f3dc302aca6ea6a12262e367"/>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c2fd8eacbce42995371e973249b12dd8"/>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f911a1faa1e4d1454b280abe57dc828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4d91e345a46d242c59bc9a5e8abf7345"/>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29c466ac3bdcbf4a62869a326ba4f60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42325b71bb853ac99c827b9c5feba0fe"/>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f62db515df34168321b3ec96a5044275"/>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554f510e42afee0e62e7bfbac19772a7"/>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6eaa123f0fc43e0aa1563ae9a3f38d01"/>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f1ddde0b6265735880f3b94a88f1e517"/>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61a3b5a8716d256adc3202474f92988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fa20c07843d143fa64a94d00ce901de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Q2 operating review for executives choosing two…</dc:title>
  <dc:subject>Create an editable, reviewable presentation from this idea</dc:subject>
  <dc:creator>NodeSlide</dc:creator>
  <cp:lastModifiedBy>NodeSlide</cp:lastModifiedBy>
  <cp:revision>1</cp:revision>
  <dcterms:created xsi:type="dcterms:W3CDTF">2026-07-21T23:55:04Z</dcterms:created>
  <dcterms:modified xsi:type="dcterms:W3CDTF">2026-07-21T23:55:04Z</dcterms:modified>
</cp:coreProperties>
</file>