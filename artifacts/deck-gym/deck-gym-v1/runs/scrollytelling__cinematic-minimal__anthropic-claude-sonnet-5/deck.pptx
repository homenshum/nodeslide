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[source_22d5b122a77dcba980101a2cb32a8ed3]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 cinematic minimal direction: fewer words, larger visual centers, deliberate scale changes, one memorable visual climax, and quiet transition beats. Keep all evidence honest and editable.
Disclaimer: Internal working material
[source_afe81a91a88708e53913cc6fecc68f5d]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650b474ca8a318402f9544ba6da5f2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8a749f3e6e9665edf3986afb99def0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a81ebe29e0baf947ccbf1ed6b4514a49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24a878ee4ea676d24a271d7cf4e4da14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4d7c2b32dbad6d36480f9a6631f365e8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a5f6ccc3044b5472bc6622a7122f949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614713053d2e9f1e15353878c4785a48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dbb5bc6e0fa15bdbf7f54c2b67186f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0f0b422d02eeb7f46464142a8ae161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35de030daee5640febeb557d5de63c9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a46dffe7a022574fab26e6a11c97cd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b4440935729883676bb453a92891acd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2879e0613f1e6364f05a81a194bbcc9d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4b9d192617bf1097c518361ca0ef27dd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4ee9613879f241a80f5b95cd85a8d5fa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b60f581fd5448f9d261127a96434a7c9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daac843f1db35490882be54ff669baa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18ec5f9604383e96e8ac2a40605ee590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9abcbaddd3b8bc01fdf9289abdbb2a46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9abcbaddd3b8bc01fdf9289abdbb2a46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2b5e9da93aad86002de8436b70c68513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2b5e9da93aad86002de8436b70c68513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dd61fdef9a67dbece4cce6898c8109c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dd61fdef9a67dbece4cce6898c8109c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3a9b1d87dc4b641f80c1646dc833113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88c1753d11a7b3d212d9b3eb0e8b6ee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5557895caf955cbb9f2a0f9bf057b41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8d61035083fa99f54c19cab4845741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e7b272d469e2e68aee1753029ae39fa5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74e151dfcab4d77c7baee7f9e8f6fa21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scrollytelling-style deck for supply-chain leaders following one shipment from booking through delivery. Each slide should advance the same journey, reveal one new risk signal, and preserve a coherent static PowerPoint fallback. Use the s…</a:t>
            </a:r>
            <a:endParaRPr lang="en-US" sz="1900" dirty="0"/>
          </a:p>
        </p:txBody>
      </p:sp>
      <p:sp>
        <p:nvSpPr>
          <p:cNvPr id="6" name="element_158bb169743d5adce94ea18e657a6368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4a05256ac106ffea348d277102d1a500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531b52c92b2a2bd578cc81f58b537d0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14656b6d4b226ba480f60a1064938ede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6c21f7d65259c33b812a153cb8547b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7cb3e09c842c735ac4856a91b0f11e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bb17f1f6294cf05f45e58b34992fbb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120a4fb9472e1707bd600f6041bfb7d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19e1168373bc317a9e0480208f39145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b76b6f2276ebe4aac5894e82204d8d54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ffb58882978848a9bae4801a4b04f47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fd22503b6fc86eee8c2919499bddb9a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a9bd31e3208d25bbebd2269c2410fd24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fd981043ad0726ff34cb581c5dfc41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2563194d155f6d9ea6460b5b3c24c1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c2f948bbfefcfc38335205a75c8305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45df066d80d724e6e7c18c039b1cea1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0b49d97501cef05e60fa5e90bb02684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2ca9e69e712a079b9cca286a05bb2a0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dda966ccb084080e83e9d91f27173f4c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62458671b6aa4f9691a9bc6e40e6c52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7b02d46c06a15c90b676d309b1ab320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fe695411dd02aa29ebe677008d18d096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f2c4bf3499fd3ba80bb9da85eea4f68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fa01e860f8ce31fa3e61750cd507ad4d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fc7f5d5300025f20892808c2bdcfbff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a417a12cd740dd932050a235335767b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fe31c2abbad711baad0bc82a5f572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defea0b28da647edf900373c5fd37c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cb8e85ec2585b8711643748795ea11c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b376923eb8556dd236c5b0471615bb38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d031a829188fe0ab8aaec3c1e0d3ea2c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11c213cd6662ba8bfcfb079354ae401d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d80c32a906151105fa95d376a9b23e7a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a682534ab0d57f8e8e943ba5071f5780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a682534ab0d57f8e8e943ba5071f5780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a48ae1471c971b7d0d12ed9f8c134c5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28ee1694dce05bdfefadf33e0ed7d72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23e4a5a348783f159df83413c694e0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9631caf2de5f105d81bdb94707a9b6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6725da558d878ddf55fcade789732c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bc8db1fc36eb47615de96341cf0522c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e753a7a8d04f7b905949a43bddfaabc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23c83a92ca3c3c09cf3f6f2a3825df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ec86e286a663ed339c4f5da2fa0eea2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c00a5f55db0c30fc04154268b34a826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0dccf5968c1168ab50ad672b853ad67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6d1c5f3d9cc4480f31344e34bf39a7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scrollytelling-style deck for supply-chain leade…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2026-07-22T00:02:31Z</dcterms:created>
  <dcterms:modified xsi:type="dcterms:W3CDTF">2026-07-22T00:02:31Z</dcterms:modified>
</cp:coreProperties>
</file>