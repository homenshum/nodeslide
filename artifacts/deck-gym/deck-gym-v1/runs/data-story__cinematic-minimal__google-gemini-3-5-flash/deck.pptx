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[source_1ea1fc359b0adfbb455a206fa7aa8262] Create a seven-slide data story for city mobility planners deciding w… — creation brief
Citation: Create a seven-slide data story for city mobility planners deciding where transit recovery needs intervention. Use the monthly ridership series exactly. Build a cumulative narrative from system recovery to route divergence, weekend weakness, service reliability, and two actions. Include multiple editable chart forms with annotations, one small-multiple comparison, and a clear final recommendation. Do not invent causes not supported by the data. Design direction: Use a cinematic minimal direction: fewer words, larger visual centers, deliberate scale changes, one memorable visual climax, and quiet transition beats. Keep all evidence honest and editable.
Disclaimer: Internal working material
[source_332858abedcd90b5ddba323fb4dde12d] ridership.csv
Citation: Uploaded file: ridership.csv
month,rapid_bus,local_bus,rail,on_time_percent
Jan,72,61,68,81
Feb,74,62,70,82
Mar,79,63,73,80
Apr,83,65,76,78
May,87,66,79,79
Jun,91,67,82,77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Keep the spoken transition focused on “The cost of waiting is usually hidden in repeated work.”
Evidence note: Content is based on the supplied creation brief. Illustrative examples are not independently verified; replace them with measured evidence before external publication.
NodeSlide sources
[source_1ea1fc359b0adfbb455a206fa7aa8262] Create a seven-slide data story for city mobility planners deciding w… — creation brief
Citation: Create a seven-slide data story for city mobility planners deciding where transit recovery needs intervention. Use the monthly ridership series exactly. Build a cumulative narrative from system recovery to route divergence, weekend weakness, service reliability, and two actions. Include multiple editable chart forms with annotations, one small-multiple comparison, and a clear final recommendation. Do not invent causes not supported by the data. Design direction: Use a cinematic minimal direction: fewer words, larger visual centers, deliberate scale changes, one memorable visual climax, and quiet transition beats. Keep all evidence honest and editable.
Disclaimer: Internal working material
[source_332858abedcd90b5ddba323fb4dde12d] ridership.csv
Citation: Uploaded file: ridership.csv
month,rapid_bus,local_bus,rail,on_time_percent
Jan,72,61,68,81
Feb,74,62,70,82
Mar,79,63,73,80
Apr,83,65,76,78
May,87,66,79,79
Jun,91,67,82,77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Keep the spoken transition focused on “A better outcome starts with a sharper point of view.”
Evidence note: Content is based on the supplied creation brief. Illustrative examples are not independently verified; replace them with measured evidence before external publication.
NodeSlide sources
[source_1ea1fc359b0adfbb455a206fa7aa8262] Create a seven-slide data story for city mobility planners deciding w… — creation brief
Citation: Create a seven-slide data story for city mobility planners deciding where transit recovery needs intervention. Use the monthly ridership series exactly. Build a cumulative narrative from system recovery to route divergence, weekend weakness, service reliability, and two actions. Include multiple editable chart forms with annotations, one small-multiple comparison, and a clear final recommendation. Do not invent causes not supported by the data. Design direction: Use a cinematic minimal direction: fewer words, larger visual centers, deliberate scale changes, one memorable visual climax, and quiet transition beats. Keep all evidence honest and editable.
Disclaimer: Internal working material
[source_332858abedcd90b5ddba323fb4dde12d] ridership.csv
Citation: Uploaded file: ridership.csv
month,rapid_bus,local_bus,rail,on_time_percent
Jan,72,61,68,81
Feb,74,62,70,82
Mar,79,63,73,80
Apr,83,65,76,78
May,87,66,79,79
Jun,91,67,82,77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Keep the spoken transition focused on “Turn the idea into a sequence people can understand and own.”
Evidence note: Content is based on the supplied creation brief. Illustrative examples are not independently verified; replace them with measured evidence before external publication.
NodeSlide sources
[source_1ea1fc359b0adfbb455a206fa7aa8262] Create a seven-slide data story for city mobility planners deciding w… — creation brief
Citation: Create a seven-slide data story for city mobility planners deciding where transit recovery needs intervention. Use the monthly ridership series exactly. Build a cumulative narrative from system recovery to route divergence, weekend weakness, service reliability, and two actions. Include multiple editable chart forms with annotations, one small-multiple comparison, and a clear final recommendation. Do not invent causes not supported by the data. Design direction: Use a cinematic minimal direction: fewer words, larger visual centers, deliberate scale changes, one memorable visual climax, and quiet transition beats. Keep all evidence honest and editable.
Disclaimer: Internal working material
[source_332858abedcd90b5ddba323fb4dde12d] ridership.csv
Citation: Uploaded file: ridership.csv
month,rapid_bus,local_bus,rail,on_time_percent
Jan,72,61,68,81
Feb,74,62,70,82
Mar,79,63,73,80
Apr,83,65,76,78
May,87,66,79,79
Jun,91,67,82,77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Keep the spoken transition focused on “Define proof before asking for commitment.”
Evidence note: Content is based on the supplied creation brief. Illustrative examples are not independently verified; replace them with measured evidence before external publication.
NodeSlide sources
[source_1ea1fc359b0adfbb455a206fa7aa8262] Create a seven-slide data story for city mobility planners deciding w… — creation brief
Citation: Create a seven-slide data story for city mobility planners deciding where transit recovery needs intervention. Use the monthly ridership series exactly. Build a cumulative narrative from system recovery to route divergence, weekend weakness, service reliability, and two actions. Include multiple editable chart forms with annotations, one small-multiple comparison, and a clear final recommendation. Do not invent causes not supported by the data. Design direction: Use a cinematic minimal direction: fewer words, larger visual centers, deliberate scale changes, one memorable visual climax, and quiet transition beats. Keep all evidence honest and editable.
Disclaimer: Internal working material
[source_332858abedcd90b5ddba323fb4dde12d] ridership.csv
Citation: Uploaded file: ridership.csv
month,rapid_bus,local_bus,rail,on_time_percent
Jan,72,61,68,81
Feb,74,62,70,82
Mar,79,63,73,80
Apr,83,65,76,78
May,87,66,79,79
Jun,91,67,82,77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Keep the spoken transition focused on “Start narrow, learn quickly, and preserve room to adapt.”
Evidence note: Content is based on the supplied creation brief. Illustrative examples are not independently verified; replace them with measured evidence before external publication.
NodeSlide sources
[source_1ea1fc359b0adfbb455a206fa7aa8262] Create a seven-slide data story for city mobility planners deciding w… — creation brief
Citation: Create a seven-slide data story for city mobility planners deciding where transit recovery needs intervention. Use the monthly ridership series exactly. Build a cumulative narrative from system recovery to route divergence, weekend weakness, service reliability, and two actions. Include multiple editable chart forms with annotations, one small-multiple comparison, and a clear final recommendation. Do not invent causes not supported by the data. Design direction: Use a cinematic minimal direction: fewer words, larger visual centers, deliberate scale changes, one memorable visual climax, and quiet transition beats. Keep all evidence honest and editable.
Disclaimer: Internal working material
[source_332858abedcd90b5ddba323fb4dde12d] ridership.csv
Citation: Uploaded file: ridership.csv
month,rapid_bus,local_bus,rail,on_time_percent
Jan,72,61,68,81
Feb,74,62,70,82
Mar,79,63,73,80
Apr,83,65,76,78
May,87,66,79,79
Jun,91,67,82,77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[source_1ea1fc359b0adfbb455a206fa7aa8262] Create a seven-slide data story for city mobility planners deciding w… — creation brief
Citation: Create a seven-slide data story for city mobility planners deciding where transit recovery needs intervention. Use the monthly ridership series exactly. Build a cumulative narrative from system recovery to route divergence, weekend weakness, service reliability, and two actions. Include multiple editable chart forms with annotations, one small-multiple comparison, and a clear final recommendation. Do not invent causes not supported by the data. Design direction: Use a cinematic minimal direction: fewer words, larger visual centers, deliberate scale changes, one memorable visual climax, and quiet transition beats. Keep all evidence honest and editable.
Disclaimer: Internal working material
[source_332858abedcd90b5ddba323fb4dde12d] ridership.csv
Citation: Uploaded file: ridership.csv
month,rapid_bus,local_bus,rail,on_time_percent
Jan,72,61,68,81
Feb,74,62,70,82
Mar,79,63,73,80
Apr,83,65,76,78
May,87,66,79,79
Jun,91,67,82,77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466625d60958a702faeda878ec13ed88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b2d5f2ca418717bcc845cd1c290dbf44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4" name="element_b59cb6e4a6bb9cca0fd97e8c0ef74e00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4800" dirty="0"/>
          </a:p>
        </p:txBody>
      </p:sp>
      <p:sp>
        <p:nvSpPr>
          <p:cNvPr id="5" name="element_176beaa7f9b52bf47b3b081e81ed2c1d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focused narrative for Decision-makers described in the brief, built from the supplied brief and kept editable from first draft onward.</a:t>
            </a:r>
            <a:endParaRPr lang="en-US" sz="1900" dirty="0"/>
          </a:p>
        </p:txBody>
      </p:sp>
      <p:sp>
        <p:nvSpPr>
          <p:cNvPr id="6" name="element_b39f3f2bdde69b42d3356df0174c0ea2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 coherent 6–8 slide narrative</a:t>
            </a:r>
            <a:endParaRPr lang="en-US" sz="1600" dirty="0"/>
          </a:p>
        </p:txBody>
      </p:sp>
      <p:sp>
        <p:nvSpPr>
          <p:cNvPr id="7" name="element_8b74623ae798585eadd76100c5da6d24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Structured chart, formula, and image primitives where relevant</a:t>
            </a:r>
            <a:endParaRPr lang="en-US" sz="1600" dirty="0"/>
          </a:p>
        </p:txBody>
      </p:sp>
      <p:sp>
        <p:nvSpPr>
          <p:cNvPr id="8" name="element_ae763801e6a24ced59d641e022242499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Validation passes before presentation or export</a:t>
            </a:r>
            <a:endParaRPr lang="en-US" sz="1600" dirty="0"/>
          </a:p>
        </p:txBody>
      </p:sp>
      <p:sp>
        <p:nvSpPr>
          <p:cNvPr id="9" name="element_85d86de20a145d501842bc76b42dead9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8882e510c3a5e1e88aa267a812a313da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836b0762f748ec39c0b3a5471e6ae90d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d15b9ea4a04a063e3740368f1a132a94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dfaab1441bef4818a137d7eb2964ad72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waiting is usually hidden in repeated work.</a:t>
            </a:r>
            <a:endParaRPr lang="en-US" sz="3800" dirty="0"/>
          </a:p>
        </p:txBody>
      </p:sp>
      <p:sp>
        <p:nvSpPr>
          <p:cNvPr id="5" name="element_01e1c59171995105f85ca5815e4f95a1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Decision-makers described in the brief: what is fragmented today, why it matters now, and where momentum is being lost.</a:t>
            </a:r>
            <a:endParaRPr lang="en-US" sz="1700" dirty="0"/>
          </a:p>
        </p:txBody>
      </p:sp>
      <p:sp>
        <p:nvSpPr>
          <p:cNvPr id="6" name="element_707a8ba865a5f91cc89b17ad6c4b3fbb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Name the friction</a:t>
            </a:r>
            <a:endParaRPr lang="en-US" sz="1700" dirty="0"/>
          </a:p>
        </p:txBody>
      </p:sp>
      <p:sp>
        <p:nvSpPr>
          <p:cNvPr id="7" name="element_b6096fe5e28b2f63318a40bf03e575d9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Expose the consequence</a:t>
            </a:r>
            <a:endParaRPr lang="en-US" sz="1700" dirty="0"/>
          </a:p>
        </p:txBody>
      </p:sp>
      <p:sp>
        <p:nvSpPr>
          <p:cNvPr id="8" name="element_52bb449a9505fbcf7e8aa5677a21c69f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Create urgency without hype</a:t>
            </a:r>
            <a:endParaRPr lang="en-US" sz="1700" dirty="0"/>
          </a:p>
        </p:txBody>
      </p:sp>
      <p:sp>
        <p:nvSpPr>
          <p:cNvPr id="9" name="element_624765eb74cefbcbcad31ac8d4575d0b"/>
          <p:cNvSpPr/>
          <p:nvPr/>
        </p:nvSpPr>
        <p:spPr>
          <a:xfrm>
            <a:off x="7019978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ae90debe5044f1920456ea52e33d30fb"/>
          <p:cNvSpPr/>
          <p:nvPr/>
        </p:nvSpPr>
        <p:spPr>
          <a:xfrm>
            <a:off x="9194977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fbdc241c6e8d99fb13711ef63b504aec"/>
          <p:cNvSpPr/>
          <p:nvPr/>
        </p:nvSpPr>
        <p:spPr>
          <a:xfrm>
            <a:off x="5045753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2" name="element_fbdc241c6e8d99fb13711ef63b504aec:text"/>
          <p:cNvSpPr txBox="1"/>
          <p:nvPr/>
        </p:nvSpPr>
        <p:spPr>
          <a:xfrm>
            <a:off x="5045753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Friction</a:t>
            </a:r>
            <a:endParaRPr lang="en-US" sz="1600" dirty="0"/>
          </a:p>
        </p:txBody>
      </p:sp>
      <p:sp>
        <p:nvSpPr>
          <p:cNvPr id="13" name="element_ee4052a17cf8b68e8165c748b0c8382f"/>
          <p:cNvSpPr/>
          <p:nvPr/>
        </p:nvSpPr>
        <p:spPr>
          <a:xfrm>
            <a:off x="7219532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4" name="element_ee4052a17cf8b68e8165c748b0c8382f:text"/>
          <p:cNvSpPr txBox="1"/>
          <p:nvPr/>
        </p:nvSpPr>
        <p:spPr>
          <a:xfrm>
            <a:off x="7219532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Consequence</a:t>
            </a:r>
            <a:endParaRPr lang="en-US" sz="1600" dirty="0"/>
          </a:p>
        </p:txBody>
      </p:sp>
      <p:sp>
        <p:nvSpPr>
          <p:cNvPr id="15" name="element_43da6f55a57f2169ea8b47b7b6572a47"/>
          <p:cNvSpPr/>
          <p:nvPr/>
        </p:nvSpPr>
        <p:spPr>
          <a:xfrm>
            <a:off x="9394530" y="3939235"/>
            <a:ext cx="2018506" cy="103693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6" name="element_43da6f55a57f2169ea8b47b7b6572a47:text"/>
          <p:cNvSpPr txBox="1"/>
          <p:nvPr/>
        </p:nvSpPr>
        <p:spPr>
          <a:xfrm>
            <a:off x="9394530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window</a:t>
            </a:r>
            <a:endParaRPr lang="en-US" sz="1600" dirty="0"/>
          </a:p>
        </p:txBody>
      </p:sp>
      <p:sp>
        <p:nvSpPr>
          <p:cNvPr id="17" name="element_a2c0bebd348372a3029589a68f3050d3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8f34abda873a049dd381916ae650eb8c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120d09491e96f403b7985809cc579dc8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2ba6fb1fe9bcfb208e8623df9d9b24d0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4" name="element_a117e19ccc5ff29e050aa869339d696a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outcome starts with a sharper point of view.</a:t>
            </a:r>
            <a:endParaRPr lang="en-US" sz="3800" dirty="0"/>
          </a:p>
        </p:txBody>
      </p:sp>
      <p:sp>
        <p:nvSpPr>
          <p:cNvPr id="5" name="element_a49391718e884d00628b42f60df0c8b9"/>
          <p:cNvSpPr txBox="1"/>
          <p:nvPr/>
        </p:nvSpPr>
        <p:spPr>
          <a:xfrm>
            <a:off x="1706837" y="2743200"/>
            <a:ext cx="96314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Create a seven-slide data story for city mobility planners deciding where transit recovery needs intervention. Use the monthly ridership series exactly. Build a cumulative narrative from system recovery to route divergence, weekend weakness, service reliabili…</a:t>
            </a:r>
            <a:endParaRPr lang="en-US" sz="1900" dirty="0"/>
          </a:p>
        </p:txBody>
      </p:sp>
      <p:sp>
        <p:nvSpPr>
          <p:cNvPr id="6" name="element_706846eda295a4b4bc7ba08fcf4256d1"/>
          <p:cNvSpPr txBox="1"/>
          <p:nvPr/>
        </p:nvSpPr>
        <p:spPr>
          <a:xfrm>
            <a:off x="8168436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156925bb88b5615176b340893215be45"/>
          <p:cNvSpPr txBox="1"/>
          <p:nvPr/>
        </p:nvSpPr>
        <p:spPr>
          <a:xfrm>
            <a:off x="4632844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a5b672e3a3ca92321d4209e610a0c695"/>
          <p:cNvSpPr txBox="1"/>
          <p:nvPr/>
        </p:nvSpPr>
        <p:spPr>
          <a:xfrm>
            <a:off x="1097253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3a42a5c56cf7a7c6e7a450074e5b50f6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0708e2cf4457fb9b8d4a7676835af8cd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f1260584d58f2558fa0acce9fbbf4820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c8509ed52c7359af4bd9bbeb6d667eeb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4" name="element_23a2b94dcdd6d7e61bd9aaaee3ffb87f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the idea into a sequence people can understand and own.</a:t>
            </a:r>
            <a:endParaRPr lang="en-US" sz="3800" dirty="0"/>
          </a:p>
        </p:txBody>
      </p:sp>
      <p:sp>
        <p:nvSpPr>
          <p:cNvPr id="5" name="element_0f59e82c10a85dc93e43dd7a65d6e21e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900" dirty="0"/>
          </a:p>
        </p:txBody>
      </p:sp>
      <p:sp>
        <p:nvSpPr>
          <p:cNvPr id="6" name="element_7c65aaefa8a136c1cd7944d03ef3e182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Align on intent</a:t>
            </a:r>
            <a:endParaRPr lang="en-US" sz="1700" dirty="0"/>
          </a:p>
        </p:txBody>
      </p:sp>
      <p:sp>
        <p:nvSpPr>
          <p:cNvPr id="7" name="element_366d0422e77ec9bd803d8d2a5f211c92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Execute the critical moves</a:t>
            </a:r>
            <a:endParaRPr lang="en-US" sz="1700" dirty="0"/>
          </a:p>
        </p:txBody>
      </p:sp>
      <p:sp>
        <p:nvSpPr>
          <p:cNvPr id="8" name="element_aeafcd117cd28af1ef37227b0c7dc895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Review measurable outcomes</a:t>
            </a:r>
            <a:endParaRPr lang="en-US" sz="1700" dirty="0"/>
          </a:p>
        </p:txBody>
      </p:sp>
      <p:sp>
        <p:nvSpPr>
          <p:cNvPr id="9" name="element_2fdb9d762ece2451d8d544e9b2d856d7"/>
          <p:cNvSpPr txBox="1"/>
          <p:nvPr/>
        </p:nvSpPr>
        <p:spPr>
          <a:xfrm>
            <a:off x="6461598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accepted change = proposal ∩ authorized scope</a:t>
            </a:r>
            <a:endParaRPr lang="en-US" sz="3000" dirty="0"/>
          </a:p>
        </p:txBody>
      </p:sp>
      <p:sp>
        <p:nvSpPr>
          <p:cNvPr id="10" name="element_6d89bc10bdcdf7f8f2f4b26d9e3b861c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e27d9b7725be48cf73e9baeb531ca0e4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537595ed9b592d8fb777b092fb856235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85959782b72c4e963c359085624474f8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4" name="element_c607027d14d4b77ad9caef830b7cdd93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5" name="element_3566a72320518344140640e4e5f7bf7c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explicit evaluation signals, with assumptions clearly separated from measured evidence.</a:t>
            </a:r>
            <a:endParaRPr lang="en-US" sz="1900" dirty="0"/>
          </a:p>
        </p:txBody>
      </p:sp>
      <p:sp>
        <p:nvSpPr>
          <p:cNvPr id="6" name="element_0a4605507dc0809a686a740441b190bf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89bd2409bc4407e86db8b15ae2786d71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a1e13b3211430d085e6a498c10473ece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94d42f35de4bbbf44a0e415dc480b837"/>
          <p:cNvSpPr txBox="1"/>
          <p:nvPr/>
        </p:nvSpPr>
        <p:spPr>
          <a:xfrm>
            <a:off x="6661542" y="2770632"/>
            <a:ext cx="4476790" cy="1110996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signals</a:t>
            </a:r>
            <a:endParaRPr lang="en-US" sz="4300" dirty="0"/>
          </a:p>
        </p:txBody>
      </p:sp>
      <p:sp>
        <p:nvSpPr>
          <p:cNvPr id="10" name="element_228f2a1a0a124ee240639f43cad66670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agreed measures of a successful outcome</a:t>
            </a:r>
            <a:endParaRPr lang="en-US" sz="1500" dirty="0"/>
          </a:p>
        </p:txBody>
      </p:sp>
      <p:graphicFrame>
        <p:nvGraphicFramePr>
          <p:cNvPr id="11" name="element_383d6f0ec5561241e26dfce5a08a17b0" descr=""/>
          <p:cNvGraphicFramePr/>
          <p:nvPr/>
        </p:nvGraphicFramePr>
        <p:xfrm>
          <a:off x="6271408" y="4753966"/>
          <a:ext cx="5135142" cy="125912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element_e6b6de2f83b0fdb5bfd8ad0f3228fd82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cbf3df66196025c1dca1a66b3a809d25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e0a4fadc68851fdf12463ded4b04dafe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ad93aaf77cd8556ac37df53a1d195988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4" name="element_110956829134a61dd060879c013e8bef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narrow, learn quickly, and preserve room to adapt.</a:t>
            </a:r>
            <a:endParaRPr lang="en-US" sz="3800" dirty="0"/>
          </a:p>
        </p:txBody>
      </p:sp>
      <p:sp>
        <p:nvSpPr>
          <p:cNvPr id="5" name="element_0f28fe182d144db2da1fb45e9ef9986e"/>
          <p:cNvSpPr txBox="1"/>
          <p:nvPr/>
        </p:nvSpPr>
        <p:spPr>
          <a:xfrm>
            <a:off x="6339682" y="2743200"/>
            <a:ext cx="48766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Sequence the work into a focused launch, an evidence review, and a deliberate scale decision with named ownership at every step.</a:t>
            </a:r>
            <a:endParaRPr lang="en-US" sz="1900" dirty="0"/>
          </a:p>
        </p:txBody>
      </p:sp>
      <p:sp>
        <p:nvSpPr>
          <p:cNvPr id="6" name="element_64bad901389f4e49cf45bcc679883d68"/>
          <p:cNvSpPr txBox="1"/>
          <p:nvPr/>
        </p:nvSpPr>
        <p:spPr>
          <a:xfrm>
            <a:off x="6339682" y="42519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Launch the smallest credible move</a:t>
            </a:r>
            <a:endParaRPr lang="en-US" sz="1700" dirty="0"/>
          </a:p>
        </p:txBody>
      </p:sp>
      <p:sp>
        <p:nvSpPr>
          <p:cNvPr id="7" name="element_efdebfbc35808b69afdfc5b12dc4c3d8"/>
          <p:cNvSpPr txBox="1"/>
          <p:nvPr/>
        </p:nvSpPr>
        <p:spPr>
          <a:xfrm>
            <a:off x="6339682" y="49377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evidence with stakeholders</a:t>
            </a:r>
            <a:endParaRPr lang="en-US" sz="1700" dirty="0"/>
          </a:p>
        </p:txBody>
      </p:sp>
      <p:sp>
        <p:nvSpPr>
          <p:cNvPr id="8" name="element_1bb164fabe82870b1fbe4aa1bcdd46b9"/>
          <p:cNvSpPr txBox="1"/>
          <p:nvPr/>
        </p:nvSpPr>
        <p:spPr>
          <a:xfrm>
            <a:off x="6339682" y="56235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Scale what earns confidence</a:t>
            </a:r>
            <a:endParaRPr lang="en-US" sz="1700" dirty="0"/>
          </a:p>
        </p:txBody>
      </p:sp>
      <p:sp>
        <p:nvSpPr>
          <p:cNvPr id="9" name="element_09692d96e029accad3926f43949762b7:fallback-shape"/>
          <p:cNvSpPr/>
          <p:nvPr/>
        </p:nvSpPr>
        <p:spPr>
          <a:xfrm>
            <a:off x="731502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09692d96e029accad3926f43949762b7:fallback-label"/>
          <p:cNvSpPr/>
          <p:nvPr/>
        </p:nvSpPr>
        <p:spPr>
          <a:xfrm>
            <a:off x="731502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Structured evidence map derived from the supplied brief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1" name="element_34efdeeda894cb7b80125eb563b2da00"/>
          <p:cNvSpPr txBox="1"/>
          <p:nvPr/>
        </p:nvSpPr>
        <p:spPr>
          <a:xfrm>
            <a:off x="975336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2" name="element_d451280ecb67ed7071c9f951671968c5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c77a27437fea9a47051a8bee1134adb7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25558c6fc8599491c69e8843330bc2d2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4a7ecb34ec03fca52c1e8f28c2c42ea4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34cb454c0e170a180eb1375c649cd1f9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3800" dirty="0"/>
          </a:p>
        </p:txBody>
      </p:sp>
      <p:sp>
        <p:nvSpPr>
          <p:cNvPr id="5" name="element_2cc05287746c53e45c67239070bc2ac8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Invite Decision-makers described in the brief to align on the outcome, the first action, and the evidence that will guide the next decision.</a:t>
            </a:r>
            <a:endParaRPr lang="en-US" sz="1900" dirty="0"/>
          </a:p>
        </p:txBody>
      </p:sp>
      <p:sp>
        <p:nvSpPr>
          <p:cNvPr id="6" name="element_fe81d5e866f951c6d98cf4cce7c58432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Agree the outcome</a:t>
            </a:r>
            <a:endParaRPr lang="en-US" sz="1600" dirty="0"/>
          </a:p>
        </p:txBody>
      </p:sp>
      <p:sp>
        <p:nvSpPr>
          <p:cNvPr id="7" name="element_8eda45d2b1a6ef225485d70cceb65504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owner</a:t>
            </a:r>
            <a:endParaRPr lang="en-US" sz="1600" dirty="0"/>
          </a:p>
        </p:txBody>
      </p:sp>
      <p:sp>
        <p:nvSpPr>
          <p:cNvPr id="8" name="element_f45241ee53d08593d7fa756befed9304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Set the next checkpoint</a:t>
            </a:r>
            <a:endParaRPr lang="en-US" sz="1600" dirty="0"/>
          </a:p>
        </p:txBody>
      </p:sp>
      <p:sp>
        <p:nvSpPr>
          <p:cNvPr id="9" name="element_e3c3dc03d21209f8d036ba251fd9f5ad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b30d41c28079f9fc91c084136b48bd21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seven-slide data story for city mobility planners deciding w…</dc:title>
  <dc:subject>Create an editable, reviewable presentation from this idea</dc:subject>
  <dc:creator>NodeSlide</dc:creator>
  <cp:lastModifiedBy>NodeSlide</cp:lastModifiedBy>
  <cp:revision>1</cp:revision>
  <dcterms:created xsi:type="dcterms:W3CDTF">2026-07-21T23:56:59Z</dcterms:created>
  <dcterms:modified xsi:type="dcterms:W3CDTF">2026-07-21T23:56:59Z</dcterms:modified>
</cp:coreProperties>
</file>