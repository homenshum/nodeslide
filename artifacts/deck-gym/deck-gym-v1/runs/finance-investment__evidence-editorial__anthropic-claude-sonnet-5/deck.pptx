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[source_1fea3aaf16bfce83e0fbabada98b65bc]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[source_1b45240e39783c48b040c65368fc4c53]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[source_1fea3aaf16bfce83e0fbabada98b65bc]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[source_1b45240e39783c48b040c65368fc4c53]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[source_1fea3aaf16bfce83e0fbabada98b65bc]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[source_1b45240e39783c48b040c65368fc4c53]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[source_1fea3aaf16bfce83e0fbabada98b65bc]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[source_1b45240e39783c48b040c65368fc4c53]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[source_1fea3aaf16bfce83e0fbabada98b65bc]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[source_1b45240e39783c48b040c65368fc4c53]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[source_1fea3aaf16bfce83e0fbabada98b65bc]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[source_1b45240e39783c48b040c65368fc4c53]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[source_1fea3aaf16bfce83e0fbabada98b65bc]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[source_1b45240e39783c48b040c65368fc4c53]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fd3a2b6d2fcdf76ca7ffdfbca52bf8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6b375492eb86f383e362f2e1b40ae01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d8320ce8590f4d3166f1feac0756cb84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274dc93b1833ede05d7563af91447c11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c00b76c46eb6482158350305b494a12f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b85a1a6fe968f40b056c12973f201eb1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9e2312730c116b2a61829a967b91e6ae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3fbd9de446d39937a9da40339016f3c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fc411dbf0460c019b0fd56667bb649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4edcfd49091ecba975f7fff251b20ee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1f7f91032b11c605dda6827a3c55826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e3b01f44cdbbdedf028753fb2810a134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9240129541911669be8140f976701020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e9749f7aaff875e2925aac1fa8e470f3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3ff3332822319fef5d5b7e22e4cb20e9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278ee0123635196bd0fafdc5a0041745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d4cec8539b025b8199240b5ffa716cb9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318d40b11142ef450a05f507fa17cb69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b0d295142c6ec511457a881c216e28fd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b0d295142c6ec511457a881c216e28fd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158d48cae9333a4a7e5507899453d4a8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158d48cae9333a4a7e5507899453d4a8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aafc516acdf6a877119ce4b488b253ad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aafc516acdf6a877119ce4b488b253ad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f98796cb9abd684aa525f88164127226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b142f137d899159f3d323b221aca319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d9b360a58434b9381cfc4119d0f1e2a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fbb68080a4b79c808a7307c48d98e12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c545655009d5e970a10bae620670ccfc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741ca7b61fa86c43f3e5fe37d454243c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investment-committee underwriting deck for a regional expansion. Show the thesis, unit economics, sources-and-uses waterfall, base/upside/downside scenarios, sensitivities, risks, and recommendation. Use only the supplied assumptions. Inc…</a:t>
            </a:r>
            <a:endParaRPr lang="en-US" sz="1900" dirty="0"/>
          </a:p>
        </p:txBody>
      </p:sp>
      <p:sp>
        <p:nvSpPr>
          <p:cNvPr id="6" name="element_4011b4a7bde09046d55224041b32e8a4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4404534e0fe956cc137e76434c032f8f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cf06c58a44da29566d720de6eaf7e324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1b2e3943e60c0aed55592f020bc5ee54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cf54f9d9d168ce5ebf2b8e8681fa4ae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e8a7e8a08f416bd928b9470b86f553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420c8fdd0277fc154d646008de97c7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55fa3892f11b5094b4e8d5564e94dc1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ed6bfd4095b672a51c2906f0937a7838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72770cecfe17006199946cbe4f65a5b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17ab11f3dd9f9580bbf13721776e3288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01066e4e6256f4ca616d6b22242bf201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a26c0efd82568cb088d3a2b78d976298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90b3469884c6ef3bcb11d55e98a5f07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745a10259ad29e2f353ca580e325e2c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5f957b4eb185763e4b431d1e3285c5a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4b65d5325fb6c0c3d0b2379f4ae4017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b311661add7bc4983a7e0164f5e996b4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49c28e4af136f1e663f3cbc261350290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804eea4f0d19159717bf6b8aad7fcf41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7cd4429484f12997cfe8a06d1bde40a8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9d0a1d429e8f90c4a6402a6a8ca228d6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2206bdd8e08805af571b0295d634e8d4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ce43569979e1d6d9a917ba12248bfcc7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947f558a8afbf0717dde113da9df0232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04f595368f45e18ac208f89c9c48533f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9fc53979e98bf17f9e82de3ad762bd7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4cbe1c25f2012d344d6368313bf730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7e1ac2d5d44315d352097f367ed656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1d9b875196f5686ffe58655936207a2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330839162ebe741411b47c0b361d89d7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743440c747866a8926eee3d7b31cdc26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7bf4ccc75504de6599f7a89a7041a66a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63486c7edd45a84d50196737a6bbb5ee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b68be153ad9e0a77e7aa77bfa5bef6eb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b68be153ad9e0a77e7aa77bfa5bef6eb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e182f3cc750aeca83cfc8532ea20ea26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da3a376967f25cf319bf04c6de7c26f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762a1f1fe6f30fe47e5a45b12a137ac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036cc66dedbdd51e105d590d6ae718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c550b233de104755fdffae9c247bae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2a8271526ecf9180de0b8f4dab37bb2e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0626b0492b6885f840614fe8c190bfd5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945f1a0883c202b1cbc3114295017433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f2a34a0baa3a6f35e5d96425af8347c0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746dbb78b23224b9185a788a63a56cc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1a2d3a46f87fcbbaa4488f6422d11c7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ea44491072730f975ed3e91ba361bf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investment-committee underwriting deck for a reg…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2026-07-21T23:56:18Z</dcterms:created>
  <dcterms:modified xsi:type="dcterms:W3CDTF">2026-07-21T23:56:18Z</dcterms:modified>
</cp:coreProperties>
</file>