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[source_1a04428ff245e70f6a7d63fe1a3230e5]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 cinematic minimal direction: fewer words, larger visual centers, deliberate scale changes, one memorable visual climax, and quiet transition beats. Keep all evidence honest and editable.
Disclaimer: Internal working material
[source_69864db31d7149ddcefb8a04745542d6]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[source_1a04428ff245e70f6a7d63fe1a3230e5]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 cinematic minimal direction: fewer words, larger visual centers, deliberate scale changes, one memorable visual climax, and quiet transition beats. Keep all evidence honest and editable.
Disclaimer: Internal working material
[source_69864db31d7149ddcefb8a04745542d6]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[source_1a04428ff245e70f6a7d63fe1a3230e5]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 cinematic minimal direction: fewer words, larger visual centers, deliberate scale changes, one memorable visual climax, and quiet transition beats. Keep all evidence honest and editable.
Disclaimer: Internal working material
[source_69864db31d7149ddcefb8a04745542d6]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[source_1a04428ff245e70f6a7d63fe1a3230e5]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 cinematic minimal direction: fewer words, larger visual centers, deliberate scale changes, one memorable visual climax, and quiet transition beats. Keep all evidence honest and editable.
Disclaimer: Internal working material
[source_69864db31d7149ddcefb8a04745542d6]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[source_1a04428ff245e70f6a7d63fe1a3230e5]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 cinematic minimal direction: fewer words, larger visual centers, deliberate scale changes, one memorable visual climax, and quiet transition beats. Keep all evidence honest and editable.
Disclaimer: Internal working material
[source_69864db31d7149ddcefb8a04745542d6]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[source_1a04428ff245e70f6a7d63fe1a3230e5]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 cinematic minimal direction: fewer words, larger visual centers, deliberate scale changes, one memorable visual climax, and quiet transition beats. Keep all evidence honest and editable.
Disclaimer: Internal working material
[source_69864db31d7149ddcefb8a04745542d6]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[source_1a04428ff245e70f6a7d63fe1a3230e5]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 cinematic minimal direction: fewer words, larger visual centers, deliberate scale changes, one memorable visual climax, and quiet transition beats. Keep all evidence honest and editable.
Disclaimer: Internal working material
[source_69864db31d7149ddcefb8a04745542d6]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a4094e5a63fd829fc89a5447c03e5ea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4869d29155c34a21c111616de1c61fb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4989278266c8d0b7e81aea8186dfe29c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a0116eba7aa10b1731bfef146352861e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7c9352f75aa07582a754d8a7957cdd10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7a6cf11cbbdc4f65f5f9a9a66f481384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d2c3639f2c70e78f803472f7031d43e7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55eef97e8ea37cc2d7b678fd7eb303d8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ab6565877192748b3fb675109246e2c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fe8677ad33ecba7155550db477236fb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478c91da726041405bd258fda67a363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0011e28a736b6f70e388f655b22100d3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75935b9230e10cb818addb0458099667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e37724230e4d3ffb8c5eaa3e0a73982f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13bc52207daa2fa0e2efe6cc212d3f83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2b702e56926526b59564ce9726fd471c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4f921c42e69437ae72cf7ddd708a5c91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6e4bed29407faf9a3fe3eee180c8ef0b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950535cc2c55120859b1f7cd17e341d2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950535cc2c55120859b1f7cd17e341d2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f682d21b7a5e476656f91fd85e2e5287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f682d21b7a5e476656f91fd85e2e5287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5f236186c223f81a8b6f6362a1bf24c0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5f236186c223f81a8b6f6362a1bf24c0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e6c0c4800a063fb6aa2d555b74148c45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547da6284b9b07e5acfe8ca89721d1c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2968c24803abdbed53eec49d0a6704d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0d3921e6d5a9b5faece04823b1a2bab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e2245a6360d0eef21c1bc5dd8de4f7d8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d0544f900ec1b386bd05094af5a6c1af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investment-committee underwriting deck for a regional expansion. Show the thesis, unit economics, sources-and-uses waterfall, base/upside/downside scenarios, sensitivities, risks, and recommendation. Use only the supplied assumptions. Inc…</a:t>
            </a:r>
            <a:endParaRPr lang="en-US" sz="1900" dirty="0"/>
          </a:p>
        </p:txBody>
      </p:sp>
      <p:sp>
        <p:nvSpPr>
          <p:cNvPr id="6" name="element_950b12378665fc435e91a574ef4962eb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ec341996353efd3bc0b733b84a8c45d0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ece25f2170b38bf9626ecd4d0f9a61ab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cf670f5a0f5be3953c4dec8d83bfc45b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1109e054b77d31aa363be416fa68fda9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fba6f65c6e68f8445942307675c6b5e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04e7c70029405ed526aa85572464a92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3ec632f5f9411cde2734c32b19dc4190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58f2a1e32ce89b63ee62a2e1e8cc506b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1eeeefa08363eba98ac5d0d32010a7a0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a0ce8f557fa4e96acd0f6e37e033be1c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889633cc3fa707310dce428e52b9b915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7c10bb25131ae58074cac1567bd139c5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a8dc9b159babbd8c4a47e444b6d63c6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8b806370c88107ddc6c52b4f2172e936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e2e669df9495497f035092563b492812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766e9931d376418dee0925a558abfcd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6d66ae98cd62f20d20c78e4e49751823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4615248853b25c01c00576216d61ad87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47eef4fba9dfd6b346d59b85c8055170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07b16acb8e764cc19b58c7d4e34523d9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9502378124bb65b35f4eb82c68818fbd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099ef52386da6302b046ba90c5e0d09a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bbf1120d30e4f3fecf5985d0dd78df23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372dcf7c214d6bbf1e5500b18d1f17dc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d86eeca1e30b520e408f046815a9ea28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28c3dacc43ce4af3d037a4615e77658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0e9b5f6d44602e31dd64c8823e5ed59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ccf363da95e11919fc52c26f0fa004b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b5884e50389a0a94ec0fc87780d47e9b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89d788c9cafbfe849bdd61f907a4adf5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96452e416280cb293fcc08dd326d31f7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3c2868d99511602c2069f8fc5ef6de8a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da423a51289e57053cfaf429807f2d63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a12714f69e58993bb2a0e1797590dfa6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a12714f69e58993bb2a0e1797590dfa6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d2cbbf170ce99deec6ad61dd6e33f295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42e3aa9ba8eb02790c791a4b12c7b8d6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b711fe4eaa9d18d9e80e458d7a9582c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221733e4a1d4f5f5456289a5e6ea0b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5f84c89703604677159ceb77ebbdf0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952d23c6aa4ae6f951a3c78691449cdd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06d2feda359452f25f770f0929f99aeb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a8ea421b47b8d28f8fcbad6b637302a9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98be2fb2b0cb5c32082078c3138f035a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3411ad3afdc1d67d441f1eb6437ae45a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b546c2cac384ece7eac842bf549b2a5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2320a6f1b88c6edecb6d09de69caafa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investment-committee underwriting deck for a reg…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2026-07-21T23:56:16Z</dcterms:created>
  <dcterms:modified xsi:type="dcterms:W3CDTF">2026-07-21T23:56:16Z</dcterms:modified>
</cp:coreProperties>
</file>