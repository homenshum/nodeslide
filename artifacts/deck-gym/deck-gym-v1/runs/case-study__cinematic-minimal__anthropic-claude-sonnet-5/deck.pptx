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[source_0a81c4daac84df2b5a85e1b53ba3e609] Create a seven-slide case study for operations executives deciding wh… — creation brief
Citation: Create a seven-slide case study for operations executives deciding whether to replicate a claims-processing intervention. Show the initial state, intervention, adoption path, measured before/after outcomes, operator evidence, limitations, and replication decision. Use the supplied data exactly. Include a before/after comparison, editable process diagram, outcome chart, and evidence panel. Do not imply causality beyond the observed before/after association. Design direction: Use a cinematic minimal direction: fewer words, larger visual centers, deliberate scale changes, one memorable visual climax, and quiet transition beats. Keep all evidence honest and editable.
Disclaimer: Internal working material
[source_ae0a1dd4e9ad12aa1ce3b9f5bbca3fcc] claims-before-after.csv
Citation: Uploaded file: claims-before-after.csv
metric,before,after,unit
median_cycle_time,8.4,5.9,days
manual_touches,6.1,3.8,touches
rework_rate,14.2,9.6,percent
on_time_completion,71,84,percent
Disclaimer: User supplied
[source_9151dd458c6f48943f974776ab302c05] intervention.md
Citation: Uploaded file: intervention.md
The intervention introduced structured intake, one review checkpoint, and exception routing. The benchmark authorizes an observed before/after association only; it does not establish a causal effect.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[source_0a81c4daac84df2b5a85e1b53ba3e609] Create a seven-slide case study for operations executives deciding wh… — creation brief
Citation: Create a seven-slide case study for operations executives deciding whether to replicate a claims-processing intervention. Show the initial state, intervention, adoption path, measured before/after outcomes, operator evidence, limitations, and replication decision. Use the supplied data exactly. Include a before/after comparison, editable process diagram, outcome chart, and evidence panel. Do not imply causality beyond the observed before/after association. Design direction: Use a cinematic minimal direction: fewer words, larger visual centers, deliberate scale changes, one memorable visual climax, and quiet transition beats. Keep all evidence honest and editable.
Disclaimer: Internal working material
[source_ae0a1dd4e9ad12aa1ce3b9f5bbca3fcc] claims-before-after.csv
Citation: Uploaded file: claims-before-after.csv
metric,before,after,unit
median_cycle_time,8.4,5.9,days
manual_touches,6.1,3.8,touches
rework_rate,14.2,9.6,percent
on_time_completion,71,84,percent
Disclaimer: User supplied
[source_9151dd458c6f48943f974776ab302c05] intervention.md
Citation: Uploaded file: intervention.md
The intervention introduced structured intake, one review checkpoint, and exception routing. The benchmark authorizes an observed before/after association only; it does not establish a causal effect.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[source_0a81c4daac84df2b5a85e1b53ba3e609] Create a seven-slide case study for operations executives deciding wh… — creation brief
Citation: Create a seven-slide case study for operations executives deciding whether to replicate a claims-processing intervention. Show the initial state, intervention, adoption path, measured before/after outcomes, operator evidence, limitations, and replication decision. Use the supplied data exactly. Include a before/after comparison, editable process diagram, outcome chart, and evidence panel. Do not imply causality beyond the observed before/after association. Design direction: Use a cinematic minimal direction: fewer words, larger visual centers, deliberate scale changes, one memorable visual climax, and quiet transition beats. Keep all evidence honest and editable.
Disclaimer: Internal working material
[source_ae0a1dd4e9ad12aa1ce3b9f5bbca3fcc] claims-before-after.csv
Citation: Uploaded file: claims-before-after.csv
metric,before,after,unit
median_cycle_time,8.4,5.9,days
manual_touches,6.1,3.8,touches
rework_rate,14.2,9.6,percent
on_time_completion,71,84,percent
Disclaimer: User supplied
[source_9151dd458c6f48943f974776ab302c05] intervention.md
Citation: Uploaded file: intervention.md
The intervention introduced structured intake, one review checkpoint, and exception routing. The benchmark authorizes an observed before/after association only; it does not establish a causal effect.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[source_0a81c4daac84df2b5a85e1b53ba3e609] Create a seven-slide case study for operations executives deciding wh… — creation brief
Citation: Create a seven-slide case study for operations executives deciding whether to replicate a claims-processing intervention. Show the initial state, intervention, adoption path, measured before/after outcomes, operator evidence, limitations, and replication decision. Use the supplied data exactly. Include a before/after comparison, editable process diagram, outcome chart, and evidence panel. Do not imply causality beyond the observed before/after association. Design direction: Use a cinematic minimal direction: fewer words, larger visual centers, deliberate scale changes, one memorable visual climax, and quiet transition beats. Keep all evidence honest and editable.
Disclaimer: Internal working material
[source_ae0a1dd4e9ad12aa1ce3b9f5bbca3fcc] claims-before-after.csv
Citation: Uploaded file: claims-before-after.csv
metric,before,after,unit
median_cycle_time,8.4,5.9,days
manual_touches,6.1,3.8,touches
rework_rate,14.2,9.6,percent
on_time_completion,71,84,percent
Disclaimer: User supplied
[source_9151dd458c6f48943f974776ab302c05] intervention.md
Citation: Uploaded file: intervention.md
The intervention introduced structured intake, one review checkpoint, and exception routing. The benchmark authorizes an observed before/after association only; it does not establish a causal effect.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[source_0a81c4daac84df2b5a85e1b53ba3e609] Create a seven-slide case study for operations executives deciding wh… — creation brief
Citation: Create a seven-slide case study for operations executives deciding whether to replicate a claims-processing intervention. Show the initial state, intervention, adoption path, measured before/after outcomes, operator evidence, limitations, and replication decision. Use the supplied data exactly. Include a before/after comparison, editable process diagram, outcome chart, and evidence panel. Do not imply causality beyond the observed before/after association. Design direction: Use a cinematic minimal direction: fewer words, larger visual centers, deliberate scale changes, one memorable visual climax, and quiet transition beats. Keep all evidence honest and editable.
Disclaimer: Internal working material
[source_ae0a1dd4e9ad12aa1ce3b9f5bbca3fcc] claims-before-after.csv
Citation: Uploaded file: claims-before-after.csv
metric,before,after,unit
median_cycle_time,8.4,5.9,days
manual_touches,6.1,3.8,touches
rework_rate,14.2,9.6,percent
on_time_completion,71,84,percent
Disclaimer: User supplied
[source_9151dd458c6f48943f974776ab302c05] intervention.md
Citation: Uploaded file: intervention.md
The intervention introduced structured intake, one review checkpoint, and exception routing. The benchmark authorizes an observed before/after association only; it does not establish a causal effect.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[source_0a81c4daac84df2b5a85e1b53ba3e609] Create a seven-slide case study for operations executives deciding wh… — creation brief
Citation: Create a seven-slide case study for operations executives deciding whether to replicate a claims-processing intervention. Show the initial state, intervention, adoption path, measured before/after outcomes, operator evidence, limitations, and replication decision. Use the supplied data exactly. Include a before/after comparison, editable process diagram, outcome chart, and evidence panel. Do not imply causality beyond the observed before/after association. Design direction: Use a cinematic minimal direction: fewer words, larger visual centers, deliberate scale changes, one memorable visual climax, and quiet transition beats. Keep all evidence honest and editable.
Disclaimer: Internal working material
[source_ae0a1dd4e9ad12aa1ce3b9f5bbca3fcc] claims-before-after.csv
Citation: Uploaded file: claims-before-after.csv
metric,before,after,unit
median_cycle_time,8.4,5.9,days
manual_touches,6.1,3.8,touches
rework_rate,14.2,9.6,percent
on_time_completion,71,84,percent
Disclaimer: User supplied
[source_9151dd458c6f48943f974776ab302c05] intervention.md
Citation: Uploaded file: intervention.md
The intervention introduced structured intake, one review checkpoint, and exception routing. The benchmark authorizes an observed before/after association only; it does not establish a causal effect.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[source_0a81c4daac84df2b5a85e1b53ba3e609] Create a seven-slide case study for operations executives deciding wh… — creation brief
Citation: Create a seven-slide case study for operations executives deciding whether to replicate a claims-processing intervention. Show the initial state, intervention, adoption path, measured before/after outcomes, operator evidence, limitations, and replication decision. Use the supplied data exactly. Include a before/after comparison, editable process diagram, outcome chart, and evidence panel. Do not imply causality beyond the observed before/after association. Design direction: Use a cinematic minimal direction: fewer words, larger visual centers, deliberate scale changes, one memorable visual climax, and quiet transition beats. Keep all evidence honest and editable.
Disclaimer: Internal working material
[source_ae0a1dd4e9ad12aa1ce3b9f5bbca3fcc] claims-before-after.csv
Citation: Uploaded file: claims-before-after.csv
metric,before,after,unit
median_cycle_time,8.4,5.9,days
manual_touches,6.1,3.8,touches
rework_rate,14.2,9.6,percent
on_time_completion,71,84,percent
Disclaimer: User supplied
[source_9151dd458c6f48943f974776ab302c05] intervention.md
Citation: Uploaded file: intervention.md
The intervention introduced structured intake, one review checkpoint, and exception routing. The benchmark authorizes an observed before/after association only; it does not establish a causal effect.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f843f61201a45147f17fdc54eb4a25a2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3598c5f89e1acc1041a09482d2ca5aa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27f05399e1307fa5c2204ab2f9d98a3a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4800" dirty="0"/>
          </a:p>
        </p:txBody>
      </p:sp>
      <p:sp>
        <p:nvSpPr>
          <p:cNvPr id="5" name="element_616ba85f8eb3d89d9270fc260d6d4ea8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Decision-makers described in the brief,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ecf5a0806a84281bd5f6ab79ea1c2b9d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 coherent 6–8 slide narrative</a:t>
            </a:r>
            <a:endParaRPr lang="en-US" sz="1600" dirty="0"/>
          </a:p>
        </p:txBody>
      </p:sp>
      <p:sp>
        <p:nvSpPr>
          <p:cNvPr id="7" name="element_1468523fec4ca0f32093c7791cd7389b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chart, formula, and image primitives where relevant</a:t>
            </a:r>
            <a:endParaRPr lang="en-US" sz="1600" dirty="0"/>
          </a:p>
        </p:txBody>
      </p:sp>
      <p:sp>
        <p:nvSpPr>
          <p:cNvPr id="8" name="element_8eb70d3c8364b8445c3b045bef43fc43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Validation passes before presentation or export</a:t>
            </a:r>
            <a:endParaRPr lang="en-US" sz="1600" dirty="0"/>
          </a:p>
        </p:txBody>
      </p:sp>
      <p:sp>
        <p:nvSpPr>
          <p:cNvPr id="9" name="element_7617049e637ec4b2da9c2ffad27faf80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2918313986276c9aa892ec255615f63f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c7f1568862fdff9c7e1552c997638434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22366ff4a6e42a22b9fda5f437bf884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4cff5979fc4cc73c6868924d8109264d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ae6ef0edda8652902877bbfa0bbe71e2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700" dirty="0"/>
          </a:p>
        </p:txBody>
      </p:sp>
      <p:sp>
        <p:nvSpPr>
          <p:cNvPr id="6" name="element_e4fe2d9ff1505b2f256f090b76ad95d7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350e9dd7a5493e069909540ba08ee84e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c2e17f9f19313a0cd2998d00a6820520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7d6d8472d1ec4f2f7e90c08eabd8cae9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21954b957e988df41b63892a089c0bef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cad5de8a5561bc9c4d113d470f24a047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cad5de8a5561bc9c4d113d470f24a047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3" name="element_951c0550bc90e41302f35037e020702f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951c0550bc90e41302f35037e020702f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5" name="element_d93d7f5554bd7816155f1cbc6095d25d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d93d7f5554bd7816155f1cbc6095d25d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7" name="element_e32b79ef4909e81236e2aa8e172a5064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2e50518a2f80e1157b557a06f5d9ea9b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ff9e9a28b6c009c55a0879b371d4f1a4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4f74ad2f0a3864f7a3add0fc687ffba6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18e1538d8546ceef27f89f57527f0bcc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eb19911b52dee5a1d7272712c29d19fe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seven-slide case study for operations executives deciding whether to replicate a claims-processing intervention. Show the initial state, intervention, adoption path, measured before/after outcomes, operator evidence, limitations, and replication deci…</a:t>
            </a:r>
            <a:endParaRPr lang="en-US" sz="1900" dirty="0"/>
          </a:p>
        </p:txBody>
      </p:sp>
      <p:sp>
        <p:nvSpPr>
          <p:cNvPr id="6" name="element_9fbfb0a3b2eec6dd32a4874eb90bf8d6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9bf007fc727f9b7bca6b251e9afc0de1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d30820c7cf4de1ef7d9cc41ecc602229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9fd1666afc506106af6a29e305e638e8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94c44997c59b3cbe79799da7f04ea045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93bef069e192ab9b27dedb49aded27aa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dbdcb7c3d5060350fc4abf49614ebcf7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ca34ec2cc1cb5ba15bf7eaaa0b023cb9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76ed9ff5270cce813c5814602c7df6a4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e64ee24c4d72650dc8877914425eceda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07bc7183244c2d7c99a61e06cd0f9877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bf31a81fa901d4cfc8b6d7dbec7f0dd8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c3b265cc5d3f1500328866ed99debea7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0" name="element_3cad3ba9f56c66022dfaba7f06c2fd3c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0e5ab766c03aa9e5c11574d82269e5dc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3098781a594eaf33212f33db1652bddb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6fe214ba6d31036cfe60fb1e54ed1443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dc59466ad59f58125645347bc28308c3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c3c18e9cdf972d57980bef09227a322c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13c97e4e6cf88c9863fd7215c1b8de27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31288eed2d95b1af0528fa53ec68f611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4b66a9628e106ca322c3bff4e013ef75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b81a8d7ea1d53ddbd1c90a7444e2e769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ab1d0d5c69187b45bcacaf4f5706e0f1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1" name="element_2e8c8516e7f14fa8acc20b2e54fab2dd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66517b2786e5005fe18a6b116ccfce44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d5d52982245d2886325a65b9ead7f740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6bfa87bae1a4332378b6a4432919b19e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ca51035ca3baac3747474f0561500e0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2ea574935ba2cb6ff55fe6140c06b808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182f6c985a267071cab9ee78618d957d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f0d702a73545890abd188869396b4e0b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be3b67f9fac4243a1ff5c5bbb36dc505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580f57c6606a33231ff6cd170ac9bb74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7419f223a80c8ae91ec37bca42e5fb3e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7419f223a80c8ae91ec37bca42e5fb3e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1" name="element_44840ab0d9dbe37acd050fb93450f898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e60413911847ef62807a6ff47da8a020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61543b15f764fe9e047db925b086155c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a0a8ba758870e3507da1759965a8af3a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deaab3aee43551d756b8ee214c0615c5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5dc96e45b39c1fa7e1bc278978658c05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800" dirty="0"/>
          </a:p>
        </p:txBody>
      </p:sp>
      <p:sp>
        <p:nvSpPr>
          <p:cNvPr id="5" name="element_a2ce183e1b528cbbb64d446200d23e09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Decision-makers described in the brief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57b99a54fe34d89b4cab826aeab22e6d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bd10cdabdfc771ecce7de07fe7342b8f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7711832c00ae9ea62f6b4a9baedf490f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51c7259f8da0113eae04687176523b5f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5866a3f57fd08dedf6332abf93c38f16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seven-slide case study for operations executives deciding wh…</dc:title>
  <dc:subject>Create an editable, reviewable presentation from this idea</dc:subject>
  <dc:creator>NodeSlide</dc:creator>
  <cp:lastModifiedBy>NodeSlide</cp:lastModifiedBy>
  <cp:revision>1</cp:revision>
  <dcterms:created xsi:type="dcterms:W3CDTF">2026-07-22T00:01:31Z</dcterms:created>
  <dcterms:modified xsi:type="dcterms:W3CDTF">2026-07-22T00:01:31Z</dcterms:modified>
</cp:coreProperties>
</file>