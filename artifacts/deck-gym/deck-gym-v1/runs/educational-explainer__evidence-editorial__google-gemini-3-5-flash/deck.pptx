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[source_54d25d5a67614c5fd92d081523da4d43]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an evidence-led editorial direction: restrained surface treatment, decisive hierarchy, visible provenance, and an inspectable visual argument on every proof slide. Avoid card grids and decorative dashboards.
Disclaimer: Internal working material
[source_20498d1634640a86bbd8ae2943ffb23d]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fdf972316a9ec9d2e68bc855cd5b9b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45c5bb15ea6f3bcc498d1f71297b1a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2575627a9a0e6a30fafb7780c73a2e3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af291764a6eae1418fcec1f5f3515d1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1da6be89410f3d400a972b44f9e05391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895620fcda952f04138bedded3839d1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66910bb7bdf950255e0fbb8da0271834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ff92bacdf6884cf71f9f6ff6bafad63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a80e05dafba65342ee650345bcb295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811273f7c53392632dd8fa8ae0da2f8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63b7808d48efa6e5787cc1448653f7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8537ed36d6b9a15f739e43a1eb6d3017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abf16adbe8ceaa2d0d19555ed460159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16a6ded9a5d20fd11ad59e31b639f94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db4fd6133a370ac959f5c9d42bfeefbd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a3b24bb8d90a80137b2923704bd3a4d9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ed17a720b2d957da8211f40cf5881ffc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dfa15e015888400b2e441c1fec6dde93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ab1e8ae8c4770c2b6e0899056935a466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ab1e8ae8c4770c2b6e0899056935a466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7fd93f1c526fa9c618bec27f2a66a137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7fd93f1c526fa9c618bec27f2a66a137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e1fe29aa07167f21a937a3831e14f3d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e1fe29aa07167f21a937a3831e14f3d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044ca0976f8069a00724357783ad951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161fff4adef3aff3885a1ce7432a280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1b159d21a8939e5919602e13ae533e3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1c7a174c105602556acadc47a3a41ff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6765dd37f1a609a53685ef211e57a91f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22f3a704fe22c01ff585a0caa01aa0da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educational explainer for non-specialist product managers learning when retrieval-augmented generation helps. Progress from the failure of memory-only answers through indexing, retrieval, grounded generation, evaluation, limitations, and…</a:t>
            </a:r>
            <a:endParaRPr lang="en-US" sz="1900" dirty="0"/>
          </a:p>
        </p:txBody>
      </p:sp>
      <p:sp>
        <p:nvSpPr>
          <p:cNvPr id="6" name="element_5c5574541c0c3796e18923bd0baf98be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4b8852fb8b29b554329cc51431d0e815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08f0505cd0a3328656ae0a707b05f09e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d83bbcbc14a4e221f46b6b40e40422d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b3cff1e72827f6fbd7ead6cd1b6c1e2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b7c42f5b5c0ac4d481b0a61688b7df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e141665e6b49fce14059c6a27d3315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d81e8ffe2a31a8aded7006e9612d3cf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48604604119f94bed0b5d1bf61b0e51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a709ea12144d4dc3fec1488cb2a55b2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ef264c3bd96af6166cec091c6c36353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6246d3d4936ed036fedb920d216fe24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ea3ed469b22226292260e744ec16b9ad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3dd33f2725bcc9b406e20bb9ea19f2a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09030cc7953940b42c1f713d2a3e308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ea2675d2c7e35432c6f43b9edb9cad2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ca39bdba226d4782a5d076ac22a854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700038cd9c7fddf28dea9497bf9c036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dff621c8bf4daec3ac34342ad404e889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85a83a6852512803101c8eb7ed0238f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b39aaa84d230baee4c34c170c1885142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4e0ddcfa77e4bc131193836ec7a7293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ee783d91956db43c73910e3ba1000dcb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e90ec56282aa8e8f0738d8ad76a832d3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6bac47323fb79b9387153ec936052abe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dd2fc6d79b51068c814691d697d45aa1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a020b2af33025e4cc66a3ef1387f507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98b24da58c817c4997b7c6ae742d2a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0b523475913c2508ecd300dac074fd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b6b5742c5b16b951a62c2bf98acd491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0cd93351e68c756e0e9e6e28d0fd64aa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5986134aa0f8edcfa7814dbc55e342e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b530a23ea9b85908a2c96978ec38b0e2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62f4e722ec608c99a50c77e230eb39bb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a602732faa9e96118e803424eab98c70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a602732faa9e96118e803424eab98c70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cdb5127fb76f4f45741cf29165bad322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e0e6e7a254d57df45bf5365036abccb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89675006019fef803523e6b1719d51b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f7b7a5be304a65473f2be6643d51da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23dc1e4b9f94c3179374ba0a52151c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bc13f25fe7bec1d3382f10213e365f4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3e8d47217b421a862ef4ec7fd5f902f1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824b107d8d6535ee1fcf8690506e56c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ccf9b82794b97fe2885df47ea43789e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ca0ee9af232745e679897fb4ff32116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2555511d6ae12220ccc4ea51d76c87e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f5381619834f25722bc719e3fa7717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educational explainer for non-specialist product…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2026-07-21T23:58:27Z</dcterms:created>
  <dcterms:modified xsi:type="dcterms:W3CDTF">2026-07-21T23:58:27Z</dcterms:modified>
</cp:coreProperties>
</file>