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[source_9fc708c76202e96debd88933ff2f0ea8]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[source_133f90e87993aade537146465b5d803e]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[source_9fc708c76202e96debd88933ff2f0ea8]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[source_133f90e87993aade537146465b5d803e]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[source_9fc708c76202e96debd88933ff2f0ea8]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[source_133f90e87993aade537146465b5d803e]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[source_9fc708c76202e96debd88933ff2f0ea8]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[source_133f90e87993aade537146465b5d803e]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[source_9fc708c76202e96debd88933ff2f0ea8]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[source_133f90e87993aade537146465b5d803e]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[source_9fc708c76202e96debd88933ff2f0ea8]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[source_133f90e87993aade537146465b5d803e]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[source_9fc708c76202e96debd88933ff2f0ea8] Create a seven-slide scrollytelling-style deck for supply-chain leade… — creation brief
Citation: Create a seven-slide scrollytelling-style deck for supply-chain leaders following one shipment from booking through delivery. Each slide should advance the same journey, reveal one new risk signal, and preserve a coherent static PowerPoint fallback. Use the supplied event sequence exactly. Include an editable progression timeline, cumulative risk chart, handoff diagram, exception evidence, and final intervention decision. Do not fabricate a live interaction or animation in the PPTX. Design direction: Use an evidence-led editorial direction: restrained surface treatment, decisive hierarchy, visible provenance, and an inspectable visual argument on every proof slide. Avoid card grids and decorative dashboards.
Disclaimer: Internal working material
[source_133f90e87993aade537146465b5d803e] shipment-events.json
Citation: Uploaded file: shipment-events.json
[{"hour":0,"event":"booking","risk":8},{"hour":7,"event":"carrier_acceptance","risk":12},{"hour":19,"event":"port_arrival","risk":18},{"hour":31,"event":"inspection_hold","risk":61},{"hour":44,"event":"release","risk":39},{"hour":73,"event":"delivery","risk":11}]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5ecba6e388df7dca2db5b7e6dd1727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8df88764c4c32e75b3884a8a549f4a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ce1bd9ef6b574cb67e847c95c7c4dfd2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3913970ff6a74b74f85fda162d1c0bd0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ff8b644568d8b610ec153afe72206dd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043be9c95cb5bfd7e96249039173f9ca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dac3095e5c9de9ce4b67c8a7c5508e3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14b832529f0a24930f8bbd229daa4ec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c7e7410b329cf0266ec8c3cf6f73b44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745c80443e995cbfeda06a52fd399a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e02dcd138ce202de02bbddc4086f50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30a50cf893fa7d67bf64c713d63cc4a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3517a01824fb9d4147e1b58787321652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6d0deca9f65e74b405a5821dfbbc0ceb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e49b022fbf4511142b9173d0c402fa0f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13e666020d861e26309cbcc795ec6e0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cea7dcdc098dd8308aae91b554cd5948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d4b7908a9246b0236ceeb1f6f1a1a920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f44c7a367e456d4e572fc7befda0eb71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f44c7a367e456d4e572fc7befda0eb71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2bac30a718f6386aa52baf262b5839f6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2bac30a718f6386aa52baf262b5839f6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020c73f8b242b5aeff6c20445f6517be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020c73f8b242b5aeff6c20445f6517be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c523b3d3e74d6375e1d1319fea51e3a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8326be7e1f09fcb306192c75279d53f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d658271a6889a28ec7c209c5f7ce70e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1774b9796995f897532349c71768367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8e2b97ce1f11939eeabc6e917c5485b9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2a10a57ccc0df8b66b84d74a46f214ab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scrollytelling-style deck for supply-chain leaders following one shipment from booking through delivery. Each slide should advance the same journey, reveal one new risk signal, and preserve a coherent static PowerPoint fallback. Use the s…</a:t>
            </a:r>
            <a:endParaRPr lang="en-US" sz="1900" dirty="0"/>
          </a:p>
        </p:txBody>
      </p:sp>
      <p:sp>
        <p:nvSpPr>
          <p:cNvPr id="6" name="element_296e3c3397e2f278abdb0ccb6b4287b4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657d51a50b537cd66a0e46fc44e94cd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480f3aa03cad7843feead178f91eb694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eeab4db1cb478f7f95bc2e2207b48224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aca710284a1a56a1089b5872101bd7b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befa145891c3b0f462e2ba3c25da43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c673b453d09aa458adc15bef4f7a70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c6107d1fdae0eacc442a2051c63a165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c68e9b5e23c5dbbcc05dcf6b0a279b8f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ca633b37d371af73fc38afb7c5cb06e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f5d93586b95800fbde6cf22088250aa8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b3c3051a0c8f82d3434bb34daa36a20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5bde935a0dc3737447872483247c4e8c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4973d3895cad8667cbefe07c295bc3b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5e545ae40eaa825d1a626c0f2a7a21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43605e3bf5f2fe271b01c41136e5cf5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f825c976bf97edbc0db152ffabc894c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9b32815ed4e60932531c2ed7e15cbce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2e77e5393021cc9080d92cc9cf6906a4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100a070da17e3bf4d9fa3947434f79b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867bf6931f7781cd36db38d0fae38fc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2e5a216397472a2989e0cc4a61d9ded6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7372c027de14221600918d2908e6b91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eba0f48f3686763d3133e66fc4d743b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86c191a96460418352114d61388a3599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59918419c3c55795c81cefea8fa1935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1a1192adbb47100f82f17b3ca1b9ed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ed25fe8b812aef60e5eed7fe4fa567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cae683a351bf4f0f56907e6a9996dc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53c6fbb3b35db21bf3733e1f21de280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cf9d08151ab6e4dfa9c944c6b02c954c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1abb246d6b90897ba66eab074af9390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4ab97deadc36d68c1a32879596c08399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65810b0a6af4856c2e11b72e58c679a3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ed80c331143099aff6a27cb4612aa7f8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ed80c331143099aff6a27cb4612aa7f8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8119e7fa9d43d38601ebe356f976e1c1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7fdfd27b17ae580d95a88055071fd9b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267b0c2d52227f0d9824b29a8fa5cb8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a7c8456c217da7f0c817f9be41c078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25cb9b12da93e6789aa813f2189461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dbef577ac917a58f5a5c821af420cae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d7f94a5f70c8f623d4acd397bc35da20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4afa1136d298b7389102d718f3a7089a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379911459ec514cfd2d8ad334b1d9bd4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cd811b76403d857282ef60b0902a2f3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1340c6cdbd7ed569edd6d1413bc7423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d33c5f19579f85486968ead02e55fb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scrollytelling-style deck for supply-chain leade…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2026-07-22T00:01:33Z</dcterms:created>
  <dcterms:modified xsi:type="dcterms:W3CDTF">2026-07-22T00:01:33Z</dcterms:modified>
</cp:coreProperties>
</file>