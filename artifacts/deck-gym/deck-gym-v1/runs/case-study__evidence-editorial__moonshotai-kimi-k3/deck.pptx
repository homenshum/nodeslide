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[source_9fcb30abda94552f3f09f836da34a469]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[source_4376f481f077bf4ae75946bee1a8efcd] claims-before-after.csv
Citation: Uploaded file: claims-before-after.csv
metric,before,after,unit
median_cycle_time,8.4,5.9,days
manual_touches,6.1,3.8,touches
rework_rate,14.2,9.6,percent
on_time_completion,71,84,percent
Disclaimer: User supplied
[source_f5a415ee4d6e62ebd8b791ff526d50a7]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[source_9fcb30abda94552f3f09f836da34a469]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[source_4376f481f077bf4ae75946bee1a8efcd] claims-before-after.csv
Citation: Uploaded file: claims-before-after.csv
metric,before,after,unit
median_cycle_time,8.4,5.9,days
manual_touches,6.1,3.8,touches
rework_rate,14.2,9.6,percent
on_time_completion,71,84,percent
Disclaimer: User supplied
[source_f5a415ee4d6e62ebd8b791ff526d50a7]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[source_9fcb30abda94552f3f09f836da34a469]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[source_4376f481f077bf4ae75946bee1a8efcd] claims-before-after.csv
Citation: Uploaded file: claims-before-after.csv
metric,before,after,unit
median_cycle_time,8.4,5.9,days
manual_touches,6.1,3.8,touches
rework_rate,14.2,9.6,percent
on_time_completion,71,84,percent
Disclaimer: User supplied
[source_f5a415ee4d6e62ebd8b791ff526d50a7]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[source_9fcb30abda94552f3f09f836da34a469]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[source_4376f481f077bf4ae75946bee1a8efcd] claims-before-after.csv
Citation: Uploaded file: claims-before-after.csv
metric,before,after,unit
median_cycle_time,8.4,5.9,days
manual_touches,6.1,3.8,touches
rework_rate,14.2,9.6,percent
on_time_completion,71,84,percent
Disclaimer: User supplied
[source_f5a415ee4d6e62ebd8b791ff526d50a7]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[source_9fcb30abda94552f3f09f836da34a469]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[source_4376f481f077bf4ae75946bee1a8efcd] claims-before-after.csv
Citation: Uploaded file: claims-before-after.csv
metric,before,after,unit
median_cycle_time,8.4,5.9,days
manual_touches,6.1,3.8,touches
rework_rate,14.2,9.6,percent
on_time_completion,71,84,percent
Disclaimer: User supplied
[source_f5a415ee4d6e62ebd8b791ff526d50a7]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[source_9fcb30abda94552f3f09f836da34a469]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[source_4376f481f077bf4ae75946bee1a8efcd] claims-before-after.csv
Citation: Uploaded file: claims-before-after.csv
metric,before,after,unit
median_cycle_time,8.4,5.9,days
manual_touches,6.1,3.8,touches
rework_rate,14.2,9.6,percent
on_time_completion,71,84,percent
Disclaimer: User supplied
[source_f5a415ee4d6e62ebd8b791ff526d50a7]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[source_9fcb30abda94552f3f09f836da34a469]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[source_4376f481f077bf4ae75946bee1a8efcd] claims-before-after.csv
Citation: Uploaded file: claims-before-after.csv
metric,before,after,unit
median_cycle_time,8.4,5.9,days
manual_touches,6.1,3.8,touches
rework_rate,14.2,9.6,percent
on_time_completion,71,84,percent
Disclaimer: User supplied
[source_f5a415ee4d6e62ebd8b791ff526d50a7]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8163b76c792cb47a074dcdccfe7942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dbe0fa8a34bb600b80734d02c80969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14f98222bf8a42e8b0424f81b599dd5f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f165c37518de731edf718dd13a122e05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8bf3ff2d935924b496357c1f3216579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8a2fd9633c5ab931197109d57a794c6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b4335a2e2a449f69be08737551725795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c840ee8be4525f2b3ef1f3b2bb8a43b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f02388a11c2edba618819b18faabf6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355f72d5498f841ccba2a69781ae815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056c7114c0765e7c0708fa9b4f1a1c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b35a7cacd5c7ee6217ef1890fb7fed97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4278d14575b3c22e2ad570631c925eb5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aee8d910019cf992932f31bf33b3991a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9b1ab8fdf5dcf9114473c35698fa0135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258a8b9364f958a389ebbffa757665a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bd948020463c3d1204be8fc05ec83064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113b2c93acb16bc35c35f1cfe53c54da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3752718d559e233258281de0442e976e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3752718d559e233258281de0442e976e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ce96e979aacba321ca021393d02b22a3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ce96e979aacba321ca021393d02b22a3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9e69631066bea9d8b8bb6a78477a1f56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9e69631066bea9d8b8bb6a78477a1f56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f2b5007fe079c77d4b64b4324b22cbf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b4aa9ef619996ee89f411aa13d26e32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e9da7cf7c330a02415e2ab92e405f3b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fea980a945b19f63dbbd11611856095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8846fca13e8f5cfd40f4c99f7a2680bc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ddd4ad6cae45ec9a4b2637fa18b5da3c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case study for operations executives deciding whether to replicate a claims-processing intervention. Show the initial state, intervention, adoption path, measured before/after outcomes, operator evidence, limitations, and replication deci…</a:t>
            </a:r>
            <a:endParaRPr lang="en-US" sz="1900" dirty="0"/>
          </a:p>
        </p:txBody>
      </p:sp>
      <p:sp>
        <p:nvSpPr>
          <p:cNvPr id="6" name="element_dffa8e3803aa4f9d6fce8502114840b8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baef7a430960e27399ad0c5e9fbb26b2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acb45a60454c3ade8202995e3ebf9cbe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d77ba651895b18fc5fed81893bf45a3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7d542da303b31b16bf1dbde59b1679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cbf40e80b57bfe1390e41e15eadee6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3fc9435f71166298d2d07fa2af5e54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026ade7b481232afddfcb5e8d9058d5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6f46d8d543427f27f024f628ef79a9e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99acc2ee0a80fbb66b86f954a9b8e62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f73a900f58867fad167f46cfc5cde962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cb8ab8424944d34239c1a333e1560ce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ad393cca78ccfb7976aae03608323f93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5adaa3559a8f88691530dce986072db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098255a7ffb851f79db361fa53a613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81a35918e7630a6e9d72ce3bec68a25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77173546f1f42870a276ffa03785939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d94a8bf0a0a5774bc2262b850d8011f8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a1550bcc3a8256d6835885cb823632f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169457658d700df43e9c4db778a0a98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2a22eee32b66439e32c961cd297be1d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bea24b8d519fdde59b23fa58e54154f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3805a060492761496db506847f1dca1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ebb1945429d08a80346b02e750096ce6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aab28143582fe11e62492e9c223d3f34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5883565e856abe2807c5001cbb5d6fd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860cca771df601d6ac7f01de4ed93c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49d769dec3405f81d76fd1966c4604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09bf9198928a831bf5fb67a9cdf6a4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bae76e85a7ed150ce732e5646c559d2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de6b379db07ccea339b46baa1310f3d9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0ec93956eb8d968328601cc3c17f6bf4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5927074c8fe2aa2be87714c85c41e709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a19a5de7e11cb106644b3a188ac50231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2cfd816c02d915c05a0bc40ef98681ee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2cfd816c02d915c05a0bc40ef98681ee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ad39f7ce33c16015840c062fe80416e6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b48b1fc2f3f2cf3a7727b35d7f573df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76bfc2eff59db64eb62efdfc21cf0d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e80b1b8df22dc39eab0a899e79607d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886f0a3b2194870feb54b6897c4847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50b09ae8c7d7285373d819c0aacfa75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710c81123401b65333f33a0f63f5a6a3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b39304ba08dff9a790c8589693d64dae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e3ccb8a4380d85a5864d7fa12418c46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b9e7be08976f0bc4b34a01fb0b8eb3ca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ecaa3e4331bc362b1c62097668bc576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44a7081f11d0af130754cd6b763602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case study for operations executives deciding wh…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2026-07-22T00:00:46Z</dcterms:created>
  <dcterms:modified xsi:type="dcterms:W3CDTF">2026-07-22T00:00:46Z</dcterms:modified>
</cp:coreProperties>
</file>