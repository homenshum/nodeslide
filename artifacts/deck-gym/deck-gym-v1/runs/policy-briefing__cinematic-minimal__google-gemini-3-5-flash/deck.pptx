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[source_888a0f36a2d09b6b165bf8e1169c6ade]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[source_3bb85ad0c8b0d15449a79c7e0bd7e709]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fe40b2b008cad85014ecd12b21c498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cc115ef60513179059592c532b7afc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a831bdf9de5ae9a2b95777791d813ab3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6edd61dc7e1a97c304de4518e491cf7b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cce5b383a3a9caa23bc3ddbfa55a67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386140627976708e012a240f4284fa1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9990cc23cad25f950fa3fae6b75a7f5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7b202263cc09bd9db7724556acca47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6fd2a301c2d81c9160327c2f6043c3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609642ac9fed86fa1da676449556605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3fab3904e7fadb1995879a33bbc794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a83313572e04a95250ec6ed6032934d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ecf1874720df7bb3ba9c58a3f5dc0fe5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a3c7b74ef6dd5cdea487dcff7bfdc8e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8e1431eaf0f5fa595d452347c0d49055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dace524267c8830068016cd4c3e911b3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10cb7d3331c7facb9c706ca5b4a8a6a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403a1196e8969a05a818d45d0f94a601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ccce26d1d74f7842eb19ddbba73efee0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ccce26d1d74f7842eb19ddbba73efee0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0a8248f3af0ef6155fc38f17ac7f4d7e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0a8248f3af0ef6155fc38f17ac7f4d7e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540342e720c750e7dd95f9b272f19385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540342e720c750e7dd95f9b272f19385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23ac4cb91eb237840165fe97c86c72c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283b58c5200f398c176ecccd88999b0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e09572433286b8db1686cb6b8ba03af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48020c986ceaf0458a5e5e82c3e68a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50cef6845eeb6dc4f85982cfb38fdbf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ccd7a622a721a8f4d0ec75f8bcd3af43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policy briefing for city council members choosing a phased heat-resilience package. Show the evidence baseline, affected stakeholders, intervention options, implementation timeline, trade-offs, funding sequence, and recommendation. Use th…</a:t>
            </a:r>
            <a:endParaRPr lang="en-US" sz="1900" dirty="0"/>
          </a:p>
        </p:txBody>
      </p:sp>
      <p:sp>
        <p:nvSpPr>
          <p:cNvPr id="6" name="element_17b9a131c9e6a6ed6433f9935f83fd70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cb1c8d4c02e585f34b6fcee898873b58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7e3ce763f971921deb909f1fc5ea1adc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67fa7cee99d56ebc604e261e84c5fa02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fbac48a5818359d2f5f62740559960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e879e28d8acd11ff8ce118b2e7dde5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9d45321814e002c22599a573ab0fbe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49f50c3d214a498c942c93d9dc8fdc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aad08c4ea6d03fc899cbe5c5bd9b591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0a07f550f652d67f7b1a36d0f96dc3c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234d5defdbba990f0cf5899ccbc9b89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9cfce6db7c7d6efeeec5498d8db17b6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1a060bd7964ade28517f638568137606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ee8de69dc8ec935c53958e17fba50da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560dbde268c6f97a2a0914c2ff21d1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9f7c8ac9bb96bdadd9a3d748750d75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ba5d497a72ad51e68fff7950ae7660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aa3c3002136a148fb8bf9de5fed3b0f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433fd4b0f242abddf3d184c0d3d2eb9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17550d91d558491e79eb67c5cab9fcb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0c9dae6a72d0471bf11cacfbd31070e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e56e976d6108a5b0ee53c5f12c8626df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19a48ddd2c568793b54e49bc9a9b8b3c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54329b45f98316bdcebdd935edfea08d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98bc7ef9460eecc0cf10de31748505a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0ecc36ff1ef90a6da9b3d2a62f71a93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75fd6dc6bcca0f48e79e22bf4aed54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eb4ebc3fbcaf05238748a734a3faad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9dd1da2e12d6779d1a82901a64995f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93f404cd1d3e739b97bf4be5e2076ed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8fd7b05bcda19af9a7dd85b0e3b493d1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6fd745b354245098ddc19c5511d2882f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e773b931d62a47ae30c3c0256e2b834b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f404f0147605550b827438a7fccaa7e7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8aafd372aeb8366c17182e0ea9d2a55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8aafd372aeb8366c17182e0ea9d2a55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d744a105a3840406542f072e7943a5c7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c2a803faee38e98e456a7700321b351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15f732b4c93521786339aaa0a77b23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f58f6ad0cf66a11b9fd6afe876efe5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c10ccdcd3e9898011ebcf23eeabe2b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af51398effed7c9cba0cf8acdd963e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4dd762495f4cf1b68bf376f51a1ae801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73344f17ac14604eac901826c16fd9a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9c2625c2672384fa4b6d73043bee9dc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f8a9a602359350afaf9c7c26dc0cda5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b77942b45a83e175fba3a625351be3f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3e9de1b9b19c11d391318e434a3fbf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policy briefing for city council members choosin…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2026-07-22T00:00:01Z</dcterms:created>
  <dcterms:modified xsi:type="dcterms:W3CDTF">2026-07-22T00:00:01Z</dcterms:modified>
</cp:coreProperties>
</file>