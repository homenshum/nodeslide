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[source_51e3f147112bc432433b52a47b902ae4]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[source_1a4bf74d6301c3fb39d76aabecc18c87] benchmark.csv
Citation: Uploaded file: benchmark.csv
adapter,p50_ms,p95_ms,receipt_bytes
memory,4,9,820
convex,38,92,1160
postgres,31,77,1080
Disclaimer: User supplied
[source_988cc99daec72a2be114116b3d5e04e8]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b204ea1361c6f8651a9166aae864e9d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237094fd2c0e6236af3e848bff1635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806796dff5ee7d8294fc877556a41334"/>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da03d0276fe9648c90b4f54c86798ed4"/>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48205026ae5caaf79e01ec81af2e70cb"/>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2929a99889ebb1debb5dd83ce114079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bd606bc8652f86d81a62df617b97f0d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aa84a606c7da744798b6939533663c6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34806661bf92254c8b23749afb2b544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0fb4ee546890331f2df97621f41bebf3"/>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e01309c98c1b219faac98b22eaf6c2f4"/>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39c0653b0eb25b4947e28a7cde0c8e02"/>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ee2585c02a4450d89fd6c23fd212dd87"/>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5b164491a5b4214c8ccff4478658fb09"/>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7ce3d47b2b87cfc886f1710d2b847635"/>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ee66cde4dca8a001776697f40fc0dcca"/>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539dc6ec26238c070d228590b9345447"/>
          <p:cNvSpPr/>
          <p:nvPr/>
        </p:nvSpPr>
        <p:spPr>
          <a:xfrm>
            <a:off x="7019978" y="4375404"/>
            <a:ext cx="243834" cy="164592"/>
          </a:xfrm>
          <a:prstGeom prst="line">
            <a:avLst/>
          </a:prstGeom>
          <a:noFill/>
          <a:ln w="25400">
            <a:solidFill>
              <a:srgbClr val="7566A8"/>
            </a:solidFill>
            <a:prstDash val="solid"/>
            <a:tailEnd type="triangle"/>
          </a:ln>
        </p:spPr>
      </p:sp>
      <p:sp>
        <p:nvSpPr>
          <p:cNvPr id="10" name="element_e8d9cb0549bcd3286cc8fd103f6a1a30"/>
          <p:cNvSpPr/>
          <p:nvPr/>
        </p:nvSpPr>
        <p:spPr>
          <a:xfrm>
            <a:off x="9194977" y="4375404"/>
            <a:ext cx="243834" cy="164592"/>
          </a:xfrm>
          <a:prstGeom prst="line">
            <a:avLst/>
          </a:prstGeom>
          <a:noFill/>
          <a:ln w="25400">
            <a:solidFill>
              <a:srgbClr val="7566A8"/>
            </a:solidFill>
            <a:prstDash val="solid"/>
            <a:tailEnd type="triangle"/>
          </a:ln>
        </p:spPr>
      </p:sp>
      <p:sp>
        <p:nvSpPr>
          <p:cNvPr id="11" name="element_d9c66d2ace829d5dd44bece156dcdcdc"/>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d9c66d2ace829d5dd44bece156dcdcdc: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5172d2e31123086a099d14a3999e38e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5172d2e31123086a099d14a3999e38e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da712371a00b82fd8c94c89044a2fd82"/>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da712371a00b82fd8c94c89044a2fd82: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f669a392aca17d54cdcc185d647f99a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e8e1bb3716783cf26236980bb1528ce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d8404e5e07b6356b224a30e383755483"/>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56cf3d1685db2d05388d3082b62f7a18"/>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9d40394f21a7b03118365e7971e4cf6a"/>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1538f8f4220e8a34c441f52b6ad90524"/>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technical architecture review for staff engineers deciding whether to approve a portable caseflow runtime. Show the invariant lifecycle, adapter boundary, request sequence, benchmark evidence, code contract, failure handling, and decision…</a:t>
            </a:r>
            <a:endParaRPr lang="en-US" sz="1900" dirty="0"/>
          </a:p>
        </p:txBody>
      </p:sp>
      <p:sp>
        <p:nvSpPr>
          <p:cNvPr id="6" name="element_4c296f9f6fef43ee25c46b397f9ec5e6"/>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1d1cf2e13e7e0456d4db6bb62334faa5"/>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5cb252bc10fc57fa0588aa86524268d"/>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d3db9cc44df7c7357c5ba80d7590d620"/>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c88c23fd47e8a777b26da2d0ad7e1032"/>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cf9b634a2a0d416063cb666bc55b5da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5783370c3fe62efd6fb6a3f4b21389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02811b9c4e0eff1a94c4073df4c2e18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998b7a21bb39d1ac177f29bb3e5d48a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c3dc20573e2d9a33b0f66c37b3604ba4"/>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addb40444d3eee781047a7da922a3dd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4b0aafe3d60a1451512f439d60de700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27b2259d119609ab1518f2eb00973b72"/>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e0502e02715e1ccc7eeeb953825beae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f07838e6c2b23afa31aca41ef2c2302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0c27a8511602805780029623723468d"/>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76d0e7cf00cffb4332dd745dc59f7b5d"/>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c9499e395183c0a6a864dd9613e7eb9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a08bb1c94aa90c14030d85f5ec73cd0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6f70061899d8d47f65fbb920a213c79d"/>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90e80edabebae5d4627b93597d32492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d8eaad834585a769d58518890d003569"/>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fd60fe3342dfa27bc7b99230c7965c02"/>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459dafa5b4fc1a1312980d2cb23b6f56"/>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1af22866ba23bd38a3c8392abc23f435"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422ac7e2edc17637e4d60c1f17829683"/>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fbf454c926c1c035f1ec673674020d7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ac6c831181a3484d453b0ac09a08a9e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83955d8e8ca51d9aedf8e8392cc578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ec008dfe068c8f1ebc407191879bbc3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b0b6ed26db5279407d4f5f784f8f477b"/>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53e3ad06bd01c8bd013898dce9feaedc"/>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ae0a4c5054e0ef222a9b88f50acf5540"/>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8167fad019d0279a179093e3e914c802"/>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10495627415e3ce3fd8bd5f6f199b258: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10495627415e3ce3fd8bd5f6f199b258: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858cb27bfbb01b55a1e94b76d38c2315"/>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1115b66e4bdd1d87ec843cc63f0a6b9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58a8f7e93f6533c6a9b795f1a70a799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f54b6426b300b33aa930441958b431b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86bf6877ed5652794e862206dc4df9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125fe5afa0281048985162e7094bfac0"/>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3d4d895ff787d8e4ae24a2e516448722"/>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038c793b2ce5952eec731d72a4c059fe"/>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0dc5d19ad9f919db34bf3a471693497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f9432415eb309a9c2f2a1b146a4977cd"/>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9a97ac64ffac6254b6b7f37f472330d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47b3e4244a1df19962f35e647136986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technical architecture review for staff engineer…</dc:title>
  <dc:subject>Create an editable, reviewable presentation from this idea</dc:subject>
  <dc:creator>NodeSlide</dc:creator>
  <cp:lastModifiedBy>NodeSlide</cp:lastModifiedBy>
  <cp:revision>1</cp:revision>
  <dcterms:created xsi:type="dcterms:W3CDTF">2026-07-21T23:53:02Z</dcterms:created>
  <dcterms:modified xsi:type="dcterms:W3CDTF">2026-07-21T23:53:02Z</dcterms:modified>
</cp:coreProperties>
</file>