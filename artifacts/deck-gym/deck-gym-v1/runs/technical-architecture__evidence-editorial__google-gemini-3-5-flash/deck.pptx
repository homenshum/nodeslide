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[source_1cdff0736b99c99dd39a73a3e2d502ac]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an evidence-led editorial direction: restrained surface treatment, decisive hierarchy, visible provenance, and an inspectable visual argument on every proof slide. Avoid card grids and decorative dashboards.
Disclaimer: Internal working material
[source_1aea94566ba8410eef6cdb6c3a481366] benchmark.csv
Citation: Uploaded file: benchmark.csv
adapter,p50_ms,p95_ms,receipt_bytes
memory,4,9,820
convex,38,92,1160
postgres,31,77,1080
Disclaimer: User supplied
[source_ce7d0affc78ed87a35407318d1fa7fd6]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[source_1cdff0736b99c99dd39a73a3e2d502ac]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an evidence-led editorial direction: restrained surface treatment, decisive hierarchy, visible provenance, and an inspectable visual argument on every proof slide. Avoid card grids and decorative dashboards.
Disclaimer: Internal working material
[source_1aea94566ba8410eef6cdb6c3a481366] benchmark.csv
Citation: Uploaded file: benchmark.csv
adapter,p50_ms,p95_ms,receipt_bytes
memory,4,9,820
convex,38,92,1160
postgres,31,77,1080
Disclaimer: User supplied
[source_ce7d0affc78ed87a35407318d1fa7fd6]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[source_1cdff0736b99c99dd39a73a3e2d502ac]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an evidence-led editorial direction: restrained surface treatment, decisive hierarchy, visible provenance, and an inspectable visual argument on every proof slide. Avoid card grids and decorative dashboards.
Disclaimer: Internal working material
[source_1aea94566ba8410eef6cdb6c3a481366] benchmark.csv
Citation: Uploaded file: benchmark.csv
adapter,p50_ms,p95_ms,receipt_bytes
memory,4,9,820
convex,38,92,1160
postgres,31,77,1080
Disclaimer: User supplied
[source_ce7d0affc78ed87a35407318d1fa7fd6]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[source_1cdff0736b99c99dd39a73a3e2d502ac]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an evidence-led editorial direction: restrained surface treatment, decisive hierarchy, visible provenance, and an inspectable visual argument on every proof slide. Avoid card grids and decorative dashboards.
Disclaimer: Internal working material
[source_1aea94566ba8410eef6cdb6c3a481366] benchmark.csv
Citation: Uploaded file: benchmark.csv
adapter,p50_ms,p95_ms,receipt_bytes
memory,4,9,820
convex,38,92,1160
postgres,31,77,1080
Disclaimer: User supplied
[source_ce7d0affc78ed87a35407318d1fa7fd6]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[source_1cdff0736b99c99dd39a73a3e2d502ac]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an evidence-led editorial direction: restrained surface treatment, decisive hierarchy, visible provenance, and an inspectable visual argument on every proof slide. Avoid card grids and decorative dashboards.
Disclaimer: Internal working material
[source_1aea94566ba8410eef6cdb6c3a481366] benchmark.csv
Citation: Uploaded file: benchmark.csv
adapter,p50_ms,p95_ms,receipt_bytes
memory,4,9,820
convex,38,92,1160
postgres,31,77,1080
Disclaimer: User supplied
[source_ce7d0affc78ed87a35407318d1fa7fd6]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[source_1cdff0736b99c99dd39a73a3e2d502ac]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an evidence-led editorial direction: restrained surface treatment, decisive hierarchy, visible provenance, and an inspectable visual argument on every proof slide. Avoid card grids and decorative dashboards.
Disclaimer: Internal working material
[source_1aea94566ba8410eef6cdb6c3a481366] benchmark.csv
Citation: Uploaded file: benchmark.csv
adapter,p50_ms,p95_ms,receipt_bytes
memory,4,9,820
convex,38,92,1160
postgres,31,77,1080
Disclaimer: User supplied
[source_ce7d0affc78ed87a35407318d1fa7fd6]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[source_1cdff0736b99c99dd39a73a3e2d502ac]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an evidence-led editorial direction: restrained surface treatment, decisive hierarchy, visible provenance, and an inspectable visual argument on every proof slide. Avoid card grids and decorative dashboards.
Disclaimer: Internal working material
[source_1aea94566ba8410eef6cdb6c3a481366] benchmark.csv
Citation: Uploaded file: benchmark.csv
adapter,p50_ms,p95_ms,receipt_bytes
memory,4,9,820
convex,38,92,1160
postgres,31,77,1080
Disclaimer: User supplied
[source_ce7d0affc78ed87a35407318d1fa7fd6]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2cfddefc1c5f5d18ed04b178b6e3d89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9d5a237d8a167427d74663bc7a3591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d0ca5f7cd46e7425d6dc8cc45c3ab5e4"/>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9dee054c6d4342c92ebaef6a74727bcf"/>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10def64900af5b21dda3bf42faabeae3"/>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4ffbc4bf98aa9704d0c1a53151887d87"/>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a53b8ecdc1cce9a11704fbcf540eba47"/>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b74fab2a85e2abffcf046380e8af82f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90adad6935ed39a8797de04236a2e0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1886f9f224fad5b106f925a32c075b33"/>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c0bbc81c5ffdd6ec36284e317d2c65d3"/>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3b7d1f560f07f0f5b1e0d56a81570c37"/>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80c6b77b0ba3565deda3764bf4a4ed34"/>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af21c14051754f6d08a43122ce039c37"/>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340bb07d346b25d551802ad73b12c326"/>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72c9be66cc3c6d721c3749b1462da55f"/>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24f6768b6171bea7e41dcdcb93d01437"/>
          <p:cNvSpPr/>
          <p:nvPr/>
        </p:nvSpPr>
        <p:spPr>
          <a:xfrm>
            <a:off x="7019978" y="4375404"/>
            <a:ext cx="243834" cy="164592"/>
          </a:xfrm>
          <a:prstGeom prst="line">
            <a:avLst/>
          </a:prstGeom>
          <a:noFill/>
          <a:ln w="25400">
            <a:solidFill>
              <a:srgbClr val="7566A8"/>
            </a:solidFill>
            <a:prstDash val="solid"/>
            <a:tailEnd type="triangle"/>
          </a:ln>
        </p:spPr>
      </p:sp>
      <p:sp>
        <p:nvSpPr>
          <p:cNvPr id="10" name="element_3bf9c4905338ceceecc73690fe24b5fe"/>
          <p:cNvSpPr/>
          <p:nvPr/>
        </p:nvSpPr>
        <p:spPr>
          <a:xfrm>
            <a:off x="9194977" y="4375404"/>
            <a:ext cx="243834" cy="164592"/>
          </a:xfrm>
          <a:prstGeom prst="line">
            <a:avLst/>
          </a:prstGeom>
          <a:noFill/>
          <a:ln w="25400">
            <a:solidFill>
              <a:srgbClr val="7566A8"/>
            </a:solidFill>
            <a:prstDash val="solid"/>
            <a:tailEnd type="triangle"/>
          </a:ln>
        </p:spPr>
      </p:sp>
      <p:sp>
        <p:nvSpPr>
          <p:cNvPr id="11" name="element_369c7e9a753e26ebe4791d99529241d3"/>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369c7e9a753e26ebe4791d99529241d3: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ecf846f89c68f7b7a00fd5eeaee49ad0"/>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ecf846f89c68f7b7a00fd5eeaee49ad0: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6a8ff92c30b85f77e863e81d908416eb"/>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6a8ff92c30b85f77e863e81d908416eb: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432de6bb4d72a9161d93a6a12b8e118c"/>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55cfb53698a4781be8b62d9e555c8b0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862677f982d537ba61bff0ebd67d3daa"/>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3a8d05ccea596aac0fe33c5eb41be20a"/>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4b82d8e0c85ea269f5b83b418b848211"/>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8421caef770923a6ad4449054e5c76a2"/>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technical architecture review for staff engineers deciding whether to approve a portable caseflow runtime. Show the invariant lifecycle, adapter boundary, request sequence, benchmark evidence, code contract, failure handling, and decision…</a:t>
            </a:r>
            <a:endParaRPr lang="en-US" sz="1900" dirty="0"/>
          </a:p>
        </p:txBody>
      </p:sp>
      <p:sp>
        <p:nvSpPr>
          <p:cNvPr id="6" name="element_f97dd4546273a65f28e7326a11fdb999"/>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bc793dd386b518993bd52fecd023b51b"/>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4365c6b1222b72a4dc2e92c06f366fc6"/>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0a120474c122230c37e5b84f7c5a3153"/>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f7865157e5c676e97cf4b8522df0a661"/>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8e5843cabc5d83b63af3599aa51426f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9b01d4d23bd48a9bb589e6dd187431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3765ed529a4c611736b956310dc120a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c3c2bb8f319ebd565a80ce99921c5643"/>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7d06d1953bb39c59f0f919e5239ce965"/>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9f36ffcffbb015ab3d8f799a46715786"/>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9fbf4d123595e3123c706246f170a8d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c32fac9810c884ca7af9145edf5d2731"/>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55268011fd45aaea621155778f99f6e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9569e2904ea5d6a60eb1e3408b35ecf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6519be9047cc30b3bf4cd3b8f784ecdf"/>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04edf9c91d5acc0a50d253b3fef55693"/>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dcf25111f1530a7521bb7616bb401769"/>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857582ac2bfb00547edaf254e64546d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fb5bf8b1f0e661b6424baad3f00a3ca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389f24dba3e8923e166adf9586b616da"/>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989b9a4c1fce873c316eb04580187c7b"/>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5c84ac0b85d37c9dcf18e3e85c85d5ae"/>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034bc38192f0265fbf6be16eafe0e821"/>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c219780018ff651e6481442283378296"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8b9fbbdc691a67674800d1d92430cf88"/>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a3b82626b69ef29d699f4f37ea07266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c69f81728f8f8df457eb3519c108dc4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f9724d8152a2d7762f8977ea05dd6a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5f129463164cf9d19bcfc7e005688e0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866a275884ad85dcb751962bf923f751"/>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b229d589e56e20a79e84aa80eb00db53"/>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afbe4a3336688c2237804171f41732b5"/>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52d386ea3830ac9b8acdc5ea83734eb0"/>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1b4ca11672a101931a8f708406ad176c: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1b4ca11672a101931a8f708406ad176c: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7da123b8826c23ec6ab85ecfab7c4c40"/>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43cc277cf23896bcc51bc6a47c3fb69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06e08f80305292744315a88e0dc9da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64fa782a1de101b46c3d9b7346404c1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bb57ebf822e2ef2c6ed6df0e3d4c2ba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448dd7be7c2f2f6477cc67f67172b58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8137b7e9f81a859cbe6823507bdc19a9"/>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56b8aa5a7a49d9fb0a50dc3fc32785ae"/>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8cce5e83be449ae867699a6570e14403"/>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e02ae88ca1aafadb8beaaa27f7447240"/>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ac30c124a93da969c6dfe998d08f54b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1bba14594e7ae92320321f7a48ad171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technical architecture review for staff engineer…</dc:title>
  <dc:subject>Create an editable, reviewable presentation from this idea</dc:subject>
  <dc:creator>NodeSlide</dc:creator>
  <cp:lastModifiedBy>NodeSlide</cp:lastModifiedBy>
  <cp:revision>1</cp:revision>
  <dcterms:created xsi:type="dcterms:W3CDTF">2026-07-21T23:52:03Z</dcterms:created>
  <dcterms:modified xsi:type="dcterms:W3CDTF">2026-07-21T23:52:03Z</dcterms:modified>
</cp:coreProperties>
</file>