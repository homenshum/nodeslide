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[source_17704b667178ad0d8e55f031859330c6]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[source_0100ebb87e39df7e7b2b8205a4fff62f]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5dbec3aa3a57f068af5a2fde13436c5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bb86789ad9ef1e4319824c8fff574d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2b96e1dbcb129b68a294eeaea1ab770f"/>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c7fcf4398d2ba611f5ecb9aa8cf52225"/>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e045aecfbf03532a36cb537611e0c7ff"/>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3dc0ccf32f67d71cecc30a202a93ce10"/>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2ef4a64025c30c038b80a273497f1590"/>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47b756184ebc61382f4a95d5003c5652"/>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c487a7255cb7476bca222bb9911456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ee4413bb68c8d492e9060706c198711c"/>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c4b27d3478046845e811e4baed2363da"/>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b220db3cf20480e9cdde6a02e02ef89f"/>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7cff061495df3dbc578332c8f392c126"/>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1e460fdfb0186811dad478abc3c3c615"/>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de49d831cc0c46566f7c646187ee1554"/>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c676d6d89a83e32fe498c7a3cc35df91"/>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c8f88f65dfe9bcc24c60675d753ec1d7"/>
          <p:cNvSpPr/>
          <p:nvPr/>
        </p:nvSpPr>
        <p:spPr>
          <a:xfrm>
            <a:off x="7019978" y="4375404"/>
            <a:ext cx="243834" cy="164592"/>
          </a:xfrm>
          <a:prstGeom prst="line">
            <a:avLst/>
          </a:prstGeom>
          <a:noFill/>
          <a:ln w="25400">
            <a:solidFill>
              <a:srgbClr val="7566A8"/>
            </a:solidFill>
            <a:prstDash val="solid"/>
            <a:tailEnd type="triangle"/>
          </a:ln>
        </p:spPr>
      </p:sp>
      <p:sp>
        <p:nvSpPr>
          <p:cNvPr id="10" name="element_7b58f559a8b846be3ec34b764c94dbaf"/>
          <p:cNvSpPr/>
          <p:nvPr/>
        </p:nvSpPr>
        <p:spPr>
          <a:xfrm>
            <a:off x="9194977" y="4375404"/>
            <a:ext cx="243834" cy="164592"/>
          </a:xfrm>
          <a:prstGeom prst="line">
            <a:avLst/>
          </a:prstGeom>
          <a:noFill/>
          <a:ln w="25400">
            <a:solidFill>
              <a:srgbClr val="7566A8"/>
            </a:solidFill>
            <a:prstDash val="solid"/>
            <a:tailEnd type="triangle"/>
          </a:ln>
        </p:spPr>
      </p:sp>
      <p:sp>
        <p:nvSpPr>
          <p:cNvPr id="11" name="element_38344ec898df2ff96a862f816fd1b51d"/>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38344ec898df2ff96a862f816fd1b51d: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b8ce3ff62060d084b11db70a301734c8"/>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b8ce3ff62060d084b11db70a301734c8: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4fcb7a30281001a9e73020a257033655"/>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4fcb7a30281001a9e73020a257033655: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50a0876b3a142b7a26f88d536298a8b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972eb1431e362bd684c837ec389140e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3d41a49cc0a343d2242a74a448369535"/>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d5a3e299d6f161983d0d23efe831d15b"/>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ba315834c4c7891908ecb3ef667b26af"/>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03495dc513726f19fcd2c2d6b0730669"/>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strategy proposal for product and go-to-market leaders selecting an AI support market-entry wedge. Frame the market tension, compare three segments, show capability fit, sequence the roadmap, surface risks, and recommend one option. Use t…</a:t>
            </a:r>
            <a:endParaRPr lang="en-US" sz="1900" dirty="0"/>
          </a:p>
        </p:txBody>
      </p:sp>
      <p:sp>
        <p:nvSpPr>
          <p:cNvPr id="6" name="element_08475551a34bba365bf32b75b2e3ae09"/>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c7d84a16d14b8d8d3eae5aa849e57db"/>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6941b3f1689c41727703faa91a6f56ef"/>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004de001918e301112b26bcac8ecad9f"/>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d1569afcc8ddba64c62b28cb773305df"/>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346a02202443ef3dbfb9209488f04bb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882ed386ef3eb7331a8075ad28c1b2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fad015476e8cb8f1e7c85c1d0078878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39840683b38b7a60f4fef34f75d2c23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050544f6b388071b4ccc78589f213c0e"/>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06feeef90212184f4e19d5d7ec2f80d7"/>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fbbe9c55e1d26d69e95ca7d973088815"/>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d5dff79deedb9a5fcafd07d5e50b901a"/>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16cb681e31c9daa16cc9cf3225dedce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d9163bc95c0a8472c1d113bbe5b50dd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a57059df14c4ec92a18a198978e2d197"/>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9a49308241d7d4f9f645712a789a14bb"/>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5c0e06b5e90ccd8924cc9988b9eb7677"/>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0222f73a1eaf8de6533d3d84f35b82d6"/>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8b36aaa6b4216380c961e51330fa4111"/>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9d545cd35b3f785161b83f0c2ec0e49b"/>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0121f59c20b7b7ef9b3529fa7e501971"/>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ed03f4868faf4d38c3b06c58618fce75"/>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03776c136aebdaa955eb9cf7a17e54c1"/>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5c38117a2c04d383a071ac8a23e6c1d8"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fc6c0a21fe0aa8fe969aac541a27fd03"/>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7265bf12832f49505b282292cb5ca87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01ca59c94a11be34e9decce40336876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3413014b61b5275faa1236ff273f8a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b2e89bceba197aad54e522c5b94b351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f6447aeeed4228131015ab0ae0ebc1b7"/>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460e7a1ab2a6cc9500467856bcab076b"/>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f2be8ea6954466729f232bc312ac89a3"/>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199fa85efa7623972ac976105c6399bd"/>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0c5ba9884f991ae3caeb330d1ea5e096: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0c5ba9884f991ae3caeb330d1ea5e096: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a47692626f191431ecc61be5ae28edca"/>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e6f9e8b59184a3033b16fc653706055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ba0495dbebe4104c934da7c9f099430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352b69978ef49b2eda1cbbca74b33e6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ca9802a5774928481212d0b44a83d0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ac954de0052f7523cecbf4b8811d14e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7679fa6aea7ba4d3428c63274bd1847e"/>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d55350bb3081fb82510e4b3dfa4f5e23"/>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28fc55abca49579140b24b9ae994fcb8"/>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930f9bdb8b08a3efe8376efe059d8e89"/>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a17c87c57119ce1dce35960c7ce870c2"/>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69cd65142b53cd30cfe04755395168b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strategy proposal for product and go-to-market l…</dc:title>
  <dc:subject>Create an editable, reviewable presentation from this idea</dc:subject>
  <dc:creator>NodeSlide</dc:creator>
  <cp:lastModifiedBy>NodeSlide</cp:lastModifiedBy>
  <cp:revision>1</cp:revision>
  <dcterms:created xsi:type="dcterms:W3CDTF">2026-07-21T23:58:11Z</dcterms:created>
  <dcterms:modified xsi:type="dcterms:W3CDTF">2026-07-21T23:58:11Z</dcterms:modified>
</cp:coreProperties>
</file>