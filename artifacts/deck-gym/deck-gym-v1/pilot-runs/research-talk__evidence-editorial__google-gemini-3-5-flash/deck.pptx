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[source_cc71a92574e1a8318b1bfba6b7ba34d0]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[source_4edefc344f29e2ba264ec06731de46b5] retrieval-results.csv
Citation: Uploaded file: retrieval-results.csv
policy,quality_score,cost_usd,latency_ms
no_retrieval,0.61,0.010,640
always_retrieve,0.78,0.092,1810
adaptive,0.75,0.038,1040
Disclaimer: User supplied
[source_badd7164518bcefaa35354fbac181438]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[source_cc71a92574e1a8318b1bfba6b7ba34d0]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[source_4edefc344f29e2ba264ec06731de46b5] retrieval-results.csv
Citation: Uploaded file: retrieval-results.csv
policy,quality_score,cost_usd,latency_ms
no_retrieval,0.61,0.010,640
always_retrieve,0.78,0.092,1810
adaptive,0.75,0.038,1040
Disclaimer: User supplied
[source_badd7164518bcefaa35354fbac181438]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[source_cc71a92574e1a8318b1bfba6b7ba34d0]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[source_4edefc344f29e2ba264ec06731de46b5] retrieval-results.csv
Citation: Uploaded file: retrieval-results.csv
policy,quality_score,cost_usd,latency_ms
no_retrieval,0.61,0.010,640
always_retrieve,0.78,0.092,1810
adaptive,0.75,0.038,1040
Disclaimer: User supplied
[source_badd7164518bcefaa35354fbac181438]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[source_cc71a92574e1a8318b1bfba6b7ba34d0]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[source_4edefc344f29e2ba264ec06731de46b5] retrieval-results.csv
Citation: Uploaded file: retrieval-results.csv
policy,quality_score,cost_usd,latency_ms
no_retrieval,0.61,0.010,640
always_retrieve,0.78,0.092,1810
adaptive,0.75,0.038,1040
Disclaimer: User supplied
[source_badd7164518bcefaa35354fbac181438]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[source_cc71a92574e1a8318b1bfba6b7ba34d0]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[source_4edefc344f29e2ba264ec06731de46b5] retrieval-results.csv
Citation: Uploaded file: retrieval-results.csv
policy,quality_score,cost_usd,latency_ms
no_retrieval,0.61,0.010,640
always_retrieve,0.78,0.092,1810
adaptive,0.75,0.038,1040
Disclaimer: User supplied
[source_badd7164518bcefaa35354fbac181438]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[source_cc71a92574e1a8318b1bfba6b7ba34d0]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[source_4edefc344f29e2ba264ec06731de46b5] retrieval-results.csv
Citation: Uploaded file: retrieval-results.csv
policy,quality_score,cost_usd,latency_ms
no_retrieval,0.61,0.010,640
always_retrieve,0.78,0.092,1810
adaptive,0.75,0.038,1040
Disclaimer: User supplied
[source_badd7164518bcefaa35354fbac181438]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[source_cc71a92574e1a8318b1bfba6b7ba34d0]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[source_4edefc344f29e2ba264ec06731de46b5] retrieval-results.csv
Citation: Uploaded file: retrieval-results.csv
policy,quality_score,cost_usd,latency_ms
no_retrieval,0.61,0.010,640
always_retrieve,0.78,0.092,1810
adaptive,0.75,0.038,1040
Disclaimer: User supplied
[source_badd7164518bcefaa35354fbac181438]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560d7262dd735ba75a8cb080b27ab17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2383325a0982dcf351c2680b1386112a"/>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a83e6de21c267692222332e1b38389e7"/>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ac2a4f6278991ee4e9eef20275d3fb39"/>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421563ae123937a7737fe7a5356b6857"/>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179dba517ecc338dddafaebde62a113e"/>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ec18ccb08d8234953b01ce8b4b30da0d"/>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21cc88add5f51ced229a26dbc57dad4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d4710503cc648eb88c32f9031df3b3b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5b0723801e916bfd118080c4ddac32bb"/>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5d5a6638355d88ff121a33259af1259"/>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22b3c0527169ec97b2a4789d95d2ab9e"/>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c01a782358ea445ed6ecfd5001f1ec5c"/>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231353887513b27372e273723f189a69"/>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7febdfba731bedccb332703b9ad4b82e"/>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6bef644f3f37f3753020e121401d142b"/>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e9b21f1f9a87852970305a8aebd1dd57"/>
          <p:cNvSpPr/>
          <p:nvPr/>
        </p:nvSpPr>
        <p:spPr>
          <a:xfrm>
            <a:off x="7019978" y="4375404"/>
            <a:ext cx="243834" cy="164592"/>
          </a:xfrm>
          <a:prstGeom prst="line">
            <a:avLst/>
          </a:prstGeom>
          <a:noFill/>
          <a:ln w="25400">
            <a:solidFill>
              <a:srgbClr val="7566A8"/>
            </a:solidFill>
            <a:prstDash val="solid"/>
            <a:tailEnd type="triangle"/>
          </a:ln>
        </p:spPr>
      </p:sp>
      <p:sp>
        <p:nvSpPr>
          <p:cNvPr id="10" name="element_c9e9eb2412dfb210571f054f6a9d8504"/>
          <p:cNvSpPr/>
          <p:nvPr/>
        </p:nvSpPr>
        <p:spPr>
          <a:xfrm>
            <a:off x="9194977" y="4375404"/>
            <a:ext cx="243834" cy="164592"/>
          </a:xfrm>
          <a:prstGeom prst="line">
            <a:avLst/>
          </a:prstGeom>
          <a:noFill/>
          <a:ln w="25400">
            <a:solidFill>
              <a:srgbClr val="7566A8"/>
            </a:solidFill>
            <a:prstDash val="solid"/>
            <a:tailEnd type="triangle"/>
          </a:ln>
        </p:spPr>
      </p:sp>
      <p:sp>
        <p:nvSpPr>
          <p:cNvPr id="11" name="element_90713e4e69df9cbddca298b27bfe97b8"/>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90713e4e69df9cbddca298b27bfe97b8: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4aa5f94b1e83ee3849a36412ef21b15b"/>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4aa5f94b1e83ee3849a36412ef21b15b: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fb638db66a280b4bb08e71533153bff0"/>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fb638db66a280b4bb08e71533153bff0: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0649d38b0723bfd0daba0b79793980c5"/>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713ba25f05e639582591079c6821adc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ba0a2a825e343b459f76acbdd491d101"/>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b710867fefa5869e9f151dfd6ce4b95e"/>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6066b1ae9c29e9b6ccbf4751d4676966"/>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07596e4c8d49da1c42cbf4246d831e87"/>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research talk for applied machine-learning researchers evaluating adaptive retrieval under cost constraints. Explain the question, method, evaluation design, result, failure modes, and implications. Use the supplied experiment table exact…</a:t>
            </a:r>
            <a:endParaRPr lang="en-US" sz="1900" dirty="0"/>
          </a:p>
        </p:txBody>
      </p:sp>
      <p:sp>
        <p:nvSpPr>
          <p:cNvPr id="6" name="element_81db31ba4f5308235bed97a818fd3a6d"/>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f7567d2a4ac0c1f23ba30dc0fb9b3af6"/>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5d9bc6437d261227016c2d36825a12c7"/>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a85711443447aa069d7df3c60d494587"/>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59096150456e376a01468dc7ab0ece81"/>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b1284d7ac32dd4446a4dfa6539a7cb8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83bba12981350a691a36ad0a1d15abb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d77531a8d28ae63abb3c0d9f1bcc0db9"/>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e6ac29352bfb97367da52d8bbeb63d51"/>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0abcb481c59abfdbbe316e2d0d0e26b8"/>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949f31a3e0252218470d16a03665543e"/>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fb46d83c9cb5964db00ec6b5821e3a51"/>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60351a6c5e35590089f7c5ad70ad1fd8"/>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b613b9d5adffe7c4d9df2e4e2c453b7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cc5056f6b5de5472db731a7a373f186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5a8a62c153daa4e5b6b96fa91268c6b1"/>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390df272b2084c4d145ceb343b54462e"/>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cbccfbcabde02933d6a2f9cb03d4d321"/>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98da9f6fe28d5975d692712a79bcf23d"/>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a8ad3c1b14894957074abc0ad6c2423a"/>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5ff8a44068ec08e4cc8787b1d06ff46e"/>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135bed6b6e3d51f0773c5a6f812e2b72"/>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2d0c50fae101958a5d24de0896ceea8c"/>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a75f0ee30a6c91bece96a4d3b93c1c7f"/>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93b351b9b0583cf60c12aa57cc1846b8"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7b48d3670605cda540c833b8aeb303b7"/>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83e5454cc9a42ff77dc6b9c7f1d1276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1386e4f8227db58e9e6790742481ef0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d9f5111355ea7be45877ec9f4cb3bec0"/>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9df5d59c557ffe436caf3b2d66ea84f7"/>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c2059b7cf72657730e7534f73bf0e756"/>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9576363cff3624c97cdd432dd6e3e611"/>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8c6659d38b58556ae6b48f9b45a57cdb"/>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9e041a118ec75b177eced85dac0d73f1"/>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3f3038fdbe50e340843be770b8418179: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3f3038fdbe50e340843be770b8418179: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21c9d7dcb288b2c32e07f2d775b94235"/>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254946d5c7d71008e6a7e56ae0c9e87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736983ae766589a5ad4717d481a75e7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bbf70308ac8e47e8dca9e4f3ffae34a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dee6de67ba0d87358e8d986113e8102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19d5417cec04658026a23a625d98ddd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656617eb989b602abf2bdebb0a426ac6"/>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26a19f91c375f37ada2bef18ac5a5322"/>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03bc3c23e4f55dd4a957a5ccdbe8b636"/>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98e06fc37d4e53a2fac20d1c0988ca9d"/>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c7d98ee150f7b00943de5b8f08d68f5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47ba2098ab9bb7baf56e0db87a972df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research talk for applied machine-learning resea…</dc:title>
  <dc:subject>Create an editable, reviewable presentation from this idea</dc:subject>
  <dc:creator>NodeSlide</dc:creator>
  <cp:lastModifiedBy>NodeSlide</cp:lastModifiedBy>
  <cp:revision>1</cp:revision>
  <dcterms:created xsi:type="dcterms:W3CDTF">2026-07-21T23:41:55Z</dcterms:created>
  <dcterms:modified xsi:type="dcterms:W3CDTF">2026-07-21T23:41:55Z</dcterms:modified>
</cp:coreProperties>
</file>