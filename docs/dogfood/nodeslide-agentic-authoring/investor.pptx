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287A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0727B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DCECF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“Support a rigorous product and market diligence conversation”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
[source_6cfa009ab9094c02a2f064e1167f1624] Brief success criteria
Citation: Separate proof from hypothesis; Make defensibility inspectable; End with the next diligence milestone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
[source_6cfa009ab9094c02a2f064e1167f1624] Brief success criteria
Citation: Separate proof from hypothesis; Make defensibility inspectable; End with the next diligence milestone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
[source_6cfa009ab9094c02a2f064e1167f1624] Brief success criteria
Citation: Separate proof from hypothesis; Make defensibility inspectable; End with the next diligence milestone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
[source_6cfa009ab9094c02a2f064e1167f1624] Brief success criteria
Citation: Separate proof from hypothesis; Make defensibility inspectable; End with the next diligence milestone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“Support a rigorous product and market diligence conversation”
Evidence note: Content is based on the supplied creation brief. Illustrative examples are not independently verified; replace them with measured evidence before external publication.
NodeSlide sources
[source_c5bc4000bf87a358c5468237fc9c6968] NodeSlide — Investor strategy brief — creation brief
Citation: Present NodeSlide as infrastructure for editable, source-grounded presentation workflows, separating demonstrated product capability from future market hypotheses.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a58807d80db0578d19056cdc49bafaf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2f251495c577307990409f786af3fe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aaf690e65a895087cf27e9d767a16bf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5" name="element_a67595d688fc5e03c3ffcc56e96f0713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Support a rigorous product and market diligence conversation</a:t>
            </a:r>
            <a:endParaRPr lang="en-US" sz="4800" dirty="0"/>
          </a:p>
        </p:txBody>
      </p:sp>
      <p:sp>
        <p:nvSpPr>
          <p:cNvPr id="6" name="element_df0c9ddaf6c1d30dd6f5d8c282197fb2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seed investors and strategic partners, built from the supplied brief and kept editable from first draft onward.</a:t>
            </a:r>
            <a:endParaRPr lang="en-US" sz="1900" dirty="0"/>
          </a:p>
        </p:txBody>
      </p:sp>
      <p:sp>
        <p:nvSpPr>
          <p:cNvPr id="7" name="element_356795737c3050c020656b1d4cee90e4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Separate proof from hypothesis</a:t>
            </a:r>
            <a:endParaRPr lang="en-US" sz="1600" dirty="0"/>
          </a:p>
        </p:txBody>
      </p:sp>
      <p:sp>
        <p:nvSpPr>
          <p:cNvPr id="8" name="element_5b44f7529c39a15742e711f6bc48f7db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Make defensibility inspectable</a:t>
            </a:r>
            <a:endParaRPr lang="en-US" sz="1600" dirty="0"/>
          </a:p>
        </p:txBody>
      </p:sp>
      <p:sp>
        <p:nvSpPr>
          <p:cNvPr id="9" name="element_cdf6978777ad554ccdf2ed376f65d56d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End with the next diligence milestone</a:t>
            </a:r>
            <a:endParaRPr lang="en-US" sz="1600" dirty="0"/>
          </a:p>
        </p:txBody>
      </p:sp>
      <p:sp>
        <p:nvSpPr>
          <p:cNvPr id="10" name="element_485ddcb0b5070175d4233d24e496b194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ab8829558b75029ac954fffece3c0482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b436792185997c91ca83655b99a6038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240b823859c8b7aa5ca2d0526363966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38a5c2024b41a3bff3a11da099c0b27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5" name="element_4ddab29364528945763e27f67355240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6" name="element_90792be17fe7239919c987114f11d373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seed investors and strategic partners: what is fragmented today, why it matters now, and where momentum is being lost.</a:t>
            </a:r>
            <a:endParaRPr lang="en-US" sz="1700" dirty="0"/>
          </a:p>
        </p:txBody>
      </p:sp>
      <p:sp>
        <p:nvSpPr>
          <p:cNvPr id="7" name="element_515cb99ca41d9e8adf3df7770e69d8b2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8" name="element_3c0c8d11d2e32d3b9c52cdca5b26bc88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9" name="element_60a697322e2d3cf653399556fdd01b82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10" name="element_6b6de80fc542fa76a788c16efcc2ac21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11" name="element_f385748874af337e2389b51bf4ebc63c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4E6E8E"/>
            </a:solidFill>
            <a:prstDash val="solid"/>
            <a:tailEnd type="triangle"/>
          </a:ln>
        </p:spPr>
      </p:sp>
      <p:sp>
        <p:nvSpPr>
          <p:cNvPr id="12" name="element_d697334e62d7e8a55ad4897d8a32dd9a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3" name="element_d697334e62d7e8a55ad4897d8a32dd9a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4" name="element_e649da34af3e092dfa2e8e125fc6849c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DCECF0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5" name="element_e649da34af3e092dfa2e8e125fc6849c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6" name="element_bdd5e9031c666813d3154dfdb91290f4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CFDCE0"/>
            </a:solidFill>
            <a:prstDash val="solid"/>
          </a:ln>
        </p:spPr>
      </p:sp>
      <p:sp>
        <p:nvSpPr>
          <p:cNvPr id="17" name="element_bdd5e9031c666813d3154dfdb91290f4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8" name="element_8a64ea99d562b7f9e18fe56891fa90a2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9" name="element_208d87bc33383f29b77e62e81e8e474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549e3d6da42fd70154eef6c16d60268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1a7c561504f4c511e2f554a29b8ff472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b8f7e828dbdd987cb2ba5bb6c0951e66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5" name="element_6ed486e17607dbcb08f58a31ae0b8da2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6" name="element_97afa55f3d38776c7fdda3526583b10d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Present NodeSlide as infrastructure for editable, source-grounded presentation workflows, separating demonstrated product capability from future market hypotheses.</a:t>
            </a:r>
            <a:endParaRPr lang="en-US" sz="1900" dirty="0"/>
          </a:p>
        </p:txBody>
      </p:sp>
      <p:sp>
        <p:nvSpPr>
          <p:cNvPr id="7" name="element_71a15145e848ab5a6d7a267af2d9fe7a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Separate proof from hypothesis</a:t>
            </a:r>
            <a:endParaRPr lang="en-US" sz="1700" dirty="0"/>
          </a:p>
        </p:txBody>
      </p:sp>
      <p:sp>
        <p:nvSpPr>
          <p:cNvPr id="8" name="element_066a975be38666cbfec962bb25dc85c4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Make defensibility inspectable</a:t>
            </a:r>
            <a:endParaRPr lang="en-US" sz="1700" dirty="0"/>
          </a:p>
        </p:txBody>
      </p:sp>
      <p:sp>
        <p:nvSpPr>
          <p:cNvPr id="9" name="element_ea6a77a10a73918ce8ae59c4f917ab58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End with the next diligence milestone</a:t>
            </a:r>
            <a:endParaRPr lang="en-US" sz="1700" dirty="0"/>
          </a:p>
        </p:txBody>
      </p:sp>
      <p:sp>
        <p:nvSpPr>
          <p:cNvPr id="10" name="element_f34ba276a35d094086edc5fe824d3a45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7dc09663e7f2aaa29289f6cb1106901a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475dd1a97f7c961a052240b4881af1b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01493a831be38d3eeb361361676ae05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2b57a14b465ff12dff06ef0ca1d3aa8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5" name="element_74f9e87f2a72dc1f34303be3cf87fc45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6" name="element_bc16dddcef6aa7cd08cd84d31cf32d73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7" name="element_30692092aee2ea0ff0f7704f2a7c7682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8" name="element_0c02aea3ee86eec99c91cc3a3af195d6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9" name="element_5403317c9c017672cfcf443561962bd0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10" name="element_d5b75a0d3c0d3400015081781d511fb9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1" name="element_2cfe0e7162f9c3c257c5c924db87de37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2" name="element_03cc8a11ab73f88763e2767cdf1f2c1b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e192eaf437223e4e0d9efa41183d93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3aad9f4516aa0e48e378d589b1f8667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61de3ba86c55f5c771bd1f68b963c80b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5" name="element_9ea2be930b311e9af1dc9e14c211ed84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6" name="element_95a7bae94f2517ccd01cd6f8f9ff8721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7" name="element_959ebdfa94ad3d90b685b5c29eb764d5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Separate proof from hypothesis</a:t>
            </a:r>
            <a:endParaRPr lang="en-US" sz="1700" dirty="0"/>
          </a:p>
        </p:txBody>
      </p:sp>
      <p:sp>
        <p:nvSpPr>
          <p:cNvPr id="8" name="element_11e5def88b714d459f30f47cc542bd2e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Make defensibility inspectable</a:t>
            </a:r>
            <a:endParaRPr lang="en-US" sz="1700" dirty="0"/>
          </a:p>
        </p:txBody>
      </p:sp>
      <p:sp>
        <p:nvSpPr>
          <p:cNvPr id="9" name="element_5226463ab1b5e220fd4e577f5ef14099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End with the next diligence milestone</a:t>
            </a:r>
            <a:endParaRPr lang="en-US" sz="1700" dirty="0"/>
          </a:p>
        </p:txBody>
      </p:sp>
      <p:sp>
        <p:nvSpPr>
          <p:cNvPr id="10" name="element_39182504f4ca44b3cdfeeede1badf472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15554E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1" name="element_b6daf37c0efdf1d4028a17d673e85eac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2" name="element_2ed2547de15dc76c0fe489c4bcaa2f84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element_f9106ba7f85edd10f66771ceed98e140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021493efe6cc394a75e2af476608836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e6dc1aea8df698c7f9ffab773820e48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908883a1e798c20a07c5c04a34cdd9a4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db71f7e957baa360c9f149f5d348fb5d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5" name="element_6f4f9b40e590d440377d77b52a9a57a2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6" name="element_9a39b66d90e0cefba9d1575699962bc6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7" name="element_28ce110060b8bda933148b2b50052b3b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8" name="element_ec5b445c925314a2eb75e1150f9eaf2e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9" name="element_8ce68915866371087238adc55d21ec03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10" name="element_3ebd0857f794c8022ff0aa0d7d2379df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DCECF0"/>
          </a:solidFill>
          <a:ln w="19050">
            <a:solidFill>
              <a:srgbClr val="CFDCE0"/>
            </a:solidFill>
            <a:prstDash val="dash"/>
          </a:ln>
        </p:spPr>
      </p:sp>
      <p:sp>
        <p:nvSpPr>
          <p:cNvPr id="11" name="element_3ebd0857f794c8022ff0aa0d7d2379df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ca209b229e36d738a71b6cd8446fc56e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3" name="element_bf0a5dc02b7f4ee03e54b3a585b9cd19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4" name="element_93301e469c5f77b0b35f7dcf9fea52b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ff2c933372d442f61052464df9f5a6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e2768539b66993ed64146f6dbf26a68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287A8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144690626e8689ee6512a984111efde3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5" name="element_0dda8ceb08b5c64f93988f15d6db8627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Support a rigorous product and market diligence conversation</a:t>
            </a:r>
            <a:endParaRPr lang="en-US" sz="3800" dirty="0"/>
          </a:p>
        </p:txBody>
      </p:sp>
      <p:sp>
        <p:nvSpPr>
          <p:cNvPr id="6" name="element_81648896af6564c4b009d6e1dc45456e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60727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seed investors and strategic partners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7" name="element_7ded3b7e099df23e8a3ff65d7b6a606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8" name="element_badf86da02c05aa05728f0ca9651c6f5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9" name="element_1119885b86e43d4a6666743bac5ec32f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7242B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10" name="element_b01c2d2dc26b66cf65cda4bd73525e0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60727B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9058c36d872d0ece8a6517dbd38dd4aa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87A8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ist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— Investor strategy brief</dc:title>
  <dc:subject>support a rigorous product and market diligence conversation</dc:subject>
  <dc:creator>NodeSlide</dc:creator>
  <cp:lastModifiedBy>NodeSlide</cp:lastModifiedBy>
  <cp:revision>1</cp:revision>
  <dcterms:created xsi:type="dcterms:W3CDTF">2026-07-27T21:04:48Z</dcterms:created>
  <dcterms:modified xsi:type="dcterms:W3CDTF">2026-07-27T21:04:48Z</dcterms:modified>
</cp:coreProperties>
</file>