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8E0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AFBA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AFBA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B331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“Make the architecture and safety boundary independently reviewable”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
[source_e174369aab6a1207f6235134febe93f1] Brief success criteria
Citation: Trace authority from intent to patch; Show default-deny execution controls; Preserve the public multi-tenant no-go boundary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
[source_e174369aab6a1207f6235134febe93f1] Brief success criteria
Citation: Trace authority from intent to patch; Show default-deny execution controls; Preserve the public multi-tenant no-go boundary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
[source_e174369aab6a1207f6235134febe93f1] Brief success criteria
Citation: Trace authority from intent to patch; Show default-deny execution controls; Preserve the public multi-tenant no-go boundary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
[source_e174369aab6a1207f6235134febe93f1] Brief success criteria
Citation: Trace authority from intent to patch; Show default-deny execution controls; Preserve the public multi-tenant no-go boundary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“Make the architecture and safety boundary independently reviewable”
Evidence note: Content is based on the supplied creation brief. Illustrative examples are not independently verified; replace them with measured evidence before external publication.
NodeSlide sources
[source_e05d8da2c19440bd1d02388825cc5a03] NodeSlide — Agentic authoring architecture — creation brief
Citation: Explain the provider-neutral Deck REPL, immutable snapshot and compare-and-set model, bounded analysis kernels, render-observe-repair loop, and hard launch gates.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ee7149c8cb04f28bec8148e005ff42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8abcfd9fbedde404b9c231e43d6b4c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ceff25fecf6db648453532f6fa6882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5" name="element_f2e7e4477269a8e1e67706cc5909a21e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Make the architecture and safety boundary independently reviewable</a:t>
            </a:r>
            <a:endParaRPr lang="en-US" sz="4800" dirty="0"/>
          </a:p>
        </p:txBody>
      </p:sp>
      <p:sp>
        <p:nvSpPr>
          <p:cNvPr id="6" name="element_bbabc85f704301a711fee177ddb0c25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senior engineers, security reviewers, and technical product leaders, built from the supplied brief and kept editable from first draft onward.</a:t>
            </a:r>
            <a:endParaRPr lang="en-US" sz="1900" dirty="0"/>
          </a:p>
        </p:txBody>
      </p:sp>
      <p:sp>
        <p:nvSpPr>
          <p:cNvPr id="7" name="element_780a49d9707a66e75597821b2b0568eb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 authority from intent to patch</a:t>
            </a:r>
            <a:endParaRPr lang="en-US" sz="1600" dirty="0"/>
          </a:p>
        </p:txBody>
      </p:sp>
      <p:sp>
        <p:nvSpPr>
          <p:cNvPr id="8" name="element_a6e2a049705cfcad463cef03f00af70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Show default-deny execution controls</a:t>
            </a:r>
            <a:endParaRPr lang="en-US" sz="1600" dirty="0"/>
          </a:p>
        </p:txBody>
      </p:sp>
      <p:sp>
        <p:nvSpPr>
          <p:cNvPr id="9" name="element_b732d3981cfa939cd682fb5f075ada8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Preserve the public multi-tenant no-go boundary</a:t>
            </a:r>
            <a:endParaRPr lang="en-US" sz="1600" dirty="0"/>
          </a:p>
        </p:txBody>
      </p:sp>
      <p:sp>
        <p:nvSpPr>
          <p:cNvPr id="10" name="element_49a2fa79f44c57d67efb501f9222529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b358ddef388ea4c1e6df18251d21890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6d5af468a5c307de298b2eecd30ae1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172e132e7470f54ae02d7bf1683d6e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c1fa4f325dca8c78c29e1cdbed5e57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5" name="element_f2acc81bf6f1d939ba9417aa08046f28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6" name="element_a5b517aa42f5142fc1bfb20c0decaffc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senior engineers, security reviewers, and technical product leaders: what is fragmented today, why it matters now, and where momentum is being lost.</a:t>
            </a:r>
            <a:endParaRPr lang="en-US" sz="1700" dirty="0"/>
          </a:p>
        </p:txBody>
      </p:sp>
      <p:sp>
        <p:nvSpPr>
          <p:cNvPr id="7" name="element_2cef39b58bdc1191834cd63316ee311c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8" name="element_60e23701fa428bfd5c7caddac0ecd34d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9" name="element_9eeb2b375ffbb577816092e7825a216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10" name="element_b989e739fe676d679bf9df3fb6b2e688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8DA2FF"/>
            </a:solidFill>
            <a:prstDash val="solid"/>
            <a:tailEnd type="triangle"/>
          </a:ln>
        </p:spPr>
      </p:sp>
      <p:sp>
        <p:nvSpPr>
          <p:cNvPr id="11" name="element_bad2ae20d9ef0bc0ee4b1935ace36865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8DA2FF"/>
            </a:solidFill>
            <a:prstDash val="solid"/>
            <a:tailEnd type="triangle"/>
          </a:ln>
        </p:spPr>
      </p:sp>
      <p:sp>
        <p:nvSpPr>
          <p:cNvPr id="12" name="element_786bf6c64351c87a292dcb5a019de5dd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2B331F"/>
          </a:solidFill>
          <a:ln w="12700">
            <a:solidFill>
              <a:srgbClr val="353A43"/>
            </a:solidFill>
            <a:prstDash val="solid"/>
          </a:ln>
        </p:spPr>
      </p:sp>
      <p:sp>
        <p:nvSpPr>
          <p:cNvPr id="13" name="element_786bf6c64351c87a292dcb5a019de5dd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4" name="element_56700d52b27ad6a075d115575e20c5d5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2B331F"/>
          </a:solidFill>
          <a:ln w="12700">
            <a:solidFill>
              <a:srgbClr val="353A43"/>
            </a:solidFill>
            <a:prstDash val="solid"/>
          </a:ln>
        </p:spPr>
      </p:sp>
      <p:sp>
        <p:nvSpPr>
          <p:cNvPr id="15" name="element_56700d52b27ad6a075d115575e20c5d5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6" name="element_5d03f1ca419bdeb6cf8500c920bd1338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334022"/>
          </a:solidFill>
          <a:ln w="12700">
            <a:solidFill>
              <a:srgbClr val="353A43"/>
            </a:solidFill>
            <a:prstDash val="solid"/>
          </a:ln>
        </p:spPr>
      </p:sp>
      <p:sp>
        <p:nvSpPr>
          <p:cNvPr id="17" name="element_5d03f1ca419bdeb6cf8500c920bd1338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8" name="element_73ba0ab5228ed0f2abc7c798f566042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9" name="element_83f471a5d902d7ad553d3f786f2e1dd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6f822dfc68a9795cb18cb19cb82433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d736b96ebf6645db71fcf5376aefd58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0ce692006bce4496413d6b35e96fc68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5" name="element_9b46de47e30a5bb0a37cca5f510aa7ec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6" name="element_83605a8e64b7f5b24b5babf8d8f74ce4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Explain the provider-neutral Deck REPL, immutable snapshot and compare-and-set model, bounded analysis kernels, render-observe-repair loop, and hard launch gates.</a:t>
            </a:r>
            <a:endParaRPr lang="en-US" sz="1900" dirty="0"/>
          </a:p>
        </p:txBody>
      </p:sp>
      <p:sp>
        <p:nvSpPr>
          <p:cNvPr id="7" name="element_d7064a5932ef441d6c3e6d92143679e7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Trace authority from intent to patch</a:t>
            </a:r>
            <a:endParaRPr lang="en-US" sz="1700" dirty="0"/>
          </a:p>
        </p:txBody>
      </p:sp>
      <p:sp>
        <p:nvSpPr>
          <p:cNvPr id="8" name="element_c0262e188d4bd22a895d8d2176e2ad12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default-deny execution controls</a:t>
            </a:r>
            <a:endParaRPr lang="en-US" sz="1700" dirty="0"/>
          </a:p>
        </p:txBody>
      </p:sp>
      <p:sp>
        <p:nvSpPr>
          <p:cNvPr id="9" name="element_bad22c460bc37414f0da1d5053ca3052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Preserve the public multi-tenant no-go boundary</a:t>
            </a:r>
            <a:endParaRPr lang="en-US" sz="1700" dirty="0"/>
          </a:p>
        </p:txBody>
      </p:sp>
      <p:sp>
        <p:nvSpPr>
          <p:cNvPr id="10" name="element_37e7b9c07efd46bc8ec97c282fb14bdc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292881b1ceafee8c1efd2539de07ed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52b78b0d35a53a71a4217eb475e6b0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28e8858d95d97a880f14e532e3566c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f851106dc05ceff5376115503b34cc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5" name="element_a781f5ec43024a63cc04c82f6154712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6" name="element_9f5bc3ae50253add0da3e10be44e447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7" name="element_ecd7315e885928d095a7a63553de6d34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8" name="element_abdf12bcf313f7484d4e31da4ecf924b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9" name="element_d214abcdbf11a73aa8bc5214899fe85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10" name="element_c960ec23890f1934df4311741f094b70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4FFA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1" name="element_659d9a67e2e60bfe7d6445f0344573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d75c79f8d2c5a00a8e4b64d7383ecdf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fcca8f460226f951a4f9068250da604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0a6698decbbaab835ee408854299073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5b18ce8a6a2ccad9b47df6491654d0a5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5" name="element_dbbf0b0517f417a9164e7d01eacba80a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6" name="element_79225616bb83ae31d8ff94043556f80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7" name="element_d6287eccd96dad5d6984e08a5845061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Trace authority from intent to patch</a:t>
            </a:r>
            <a:endParaRPr lang="en-US" sz="1700" dirty="0"/>
          </a:p>
        </p:txBody>
      </p:sp>
      <p:sp>
        <p:nvSpPr>
          <p:cNvPr id="8" name="element_d4d0d7fcabcced0f02bc3c37075ad95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Show default-deny execution controls</a:t>
            </a:r>
            <a:endParaRPr lang="en-US" sz="1700" dirty="0"/>
          </a:p>
        </p:txBody>
      </p:sp>
      <p:sp>
        <p:nvSpPr>
          <p:cNvPr id="9" name="element_c8701b7209ad3bf93bd44f6a58d635cb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Preserve the public multi-tenant no-go boundary</a:t>
            </a:r>
            <a:endParaRPr lang="en-US" sz="1700" dirty="0"/>
          </a:p>
        </p:txBody>
      </p:sp>
      <p:sp>
        <p:nvSpPr>
          <p:cNvPr id="10" name="element_fcb6a9c6391da3f5fb608322f117499d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E4FFA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1" name="element_af906b45466087c7bf17a69ea6748e2d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2" name="element_dd45c937d1d9d520f3af4a937c304dd7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element_b21ffcb4a496c0c65442e714c48d8cc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66a3e5cb558917968928845310eb18b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eac3ea1c6f6162026ad36b12a77184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9b07c143e9d9b245232ecb96febe79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f8b29ef4202fe40f14983f1a9c9d4f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5" name="element_3d91e0c23abbce735802ab8a9e907bd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6" name="element_55aaefda022441d5cbce26d162946472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7" name="element_356420ca97e5abfbcd26552cac57787b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8" name="element_d3e74a9e5f8b5d7dfebcddce1971153d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9" name="element_c054d1eea1a0a0439acf120210a4513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10" name="element_b72736baeb80874c9a1c6476ee8f6a4e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2B331F"/>
          </a:solidFill>
          <a:ln w="19050">
            <a:solidFill>
              <a:srgbClr val="353A43"/>
            </a:solidFill>
            <a:prstDash val="dash"/>
          </a:ln>
        </p:spPr>
      </p:sp>
      <p:sp>
        <p:nvSpPr>
          <p:cNvPr id="11" name="element_b72736baeb80874c9a1c6476ee8f6a4e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3b5aa76f58b8a7a2f7249fc6579104a7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3" name="element_de6fcf1212c6813467df58efd8170f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992b98f7a00e4e4bec3487ee4c81bb0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01439ddaa3567aea0dcf097520965d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7dcbde2115619a78e05099b55a9660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8E0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9ab95f3e1cb8a92e00c52baf4a824f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5" name="element_39a3138de54e0d6c2794d7839725b90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Make the architecture and safety boundary independently reviewable</a:t>
            </a:r>
            <a:endParaRPr lang="en-US" sz="3800" dirty="0"/>
          </a:p>
        </p:txBody>
      </p:sp>
      <p:sp>
        <p:nvSpPr>
          <p:cNvPr id="6" name="element_44ca01bb286586ad248d065b958c29c3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9AFBA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senior engineers, security reviewers, and technical product leaders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7" name="element_3f6e83132a668eef42090fa90eac477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8" name="element_b5bc2d6168c1a786786b01e57472bba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9" name="element_002ec458fdc6c42cdc43668fd10f935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1E9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10" name="element_68b05fb718f1d9ce7febcb1fd07a765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A9AFBA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bb570db1eee237ba921be0249fa526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8E068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Agentic authoring architecture</dc:title>
  <dc:subject>make the architecture and safety boundary independently reviewable</dc:subject>
  <dc:creator>NodeSlide</dc:creator>
  <cp:lastModifiedBy>NodeSlide</cp:lastModifiedBy>
  <cp:revision>1</cp:revision>
  <dcterms:created xsi:type="dcterms:W3CDTF">2026-07-27T21:04:49Z</dcterms:created>
  <dcterms:modified xsi:type="dcterms:W3CDTF">2026-07-27T21:04:49Z</dcterms:modified>
</cp:coreProperties>
</file>