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260</c:v>
                </c:pt>
                <c:pt idx="3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“Choose whether to expand the launch”
Evidence note: Content is based on the supplied creation brief. Illustrative examples are not independently verified; replace them with measured evidence before external publication.
NodeSlide sources
[source_02fecc43a35731e564a955598e7fc37c] The launch has earned a measured expansion — creation brief
Citation: Create a seven-slide launch decision with an editable revenue chart, an architecture diagram, and a formula grounded in supplied evidence.
Disclaimer: Internal working material
[source_608e34cff38ca3fb45c1375a7dc4ac4b] launch-revenue.csv
Citation: Uploaded file: launch-revenue.csv
quarter,revenue
Q1,120
Q2,180
Q3,260
Q4,400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[source_02fecc43a35731e564a955598e7fc37c] The launch has earned a measured expansion — creation brief
Citation: Create a seven-slide launch decision with an editable revenue chart, an architecture diagram, and a formula grounded in supplied evidence.
Disclaimer: Internal working material
[source_608e34cff38ca3fb45c1375a7dc4ac4b] launch-revenue.csv
Citation: Uploaded file: launch-revenue.csv
quarter,revenue
Q1,120
Q2,180
Q3,260
Q4,400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[source_02fecc43a35731e564a955598e7fc37c] The launch has earned a measured expansion — creation brief
Citation: Create a seven-slide launch decision with an editable revenue chart, an architecture diagram, and a formula grounded in supplied evidence.
Disclaimer: Internal working material
[source_608e34cff38ca3fb45c1375a7dc4ac4b] launch-revenue.csv
Citation: Uploaded file: launch-revenue.csv
quarter,revenue
Q1,120
Q2,180
Q3,260
Q4,400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[source_02fecc43a35731e564a955598e7fc37c] The launch has earned a measured expansion — creation brief
Citation: Create a seven-slide launch decision with an editable revenue chart, an architecture diagram, and a formula grounded in supplied evidence.
Disclaimer: Internal working material
[source_608e34cff38ca3fb45c1375a7dc4ac4b] launch-revenue.csv
Citation: Uploaded file: launch-revenue.csv
quarter,revenue
Q1,120
Q2,180
Q3,260
Q4,400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[source_02fecc43a35731e564a955598e7fc37c] The launch has earned a measured expansion — creation brief
Citation: Create a seven-slide launch decision with an editable revenue chart, an architecture diagram, and a formula grounded in supplied evidence.
Disclaimer: Internal working material
[source_608e34cff38ca3fb45c1375a7dc4ac4b] launch-revenue.csv
Citation: Uploaded file: launch-revenue.csv
quarter,revenue
Q1,120
Q2,180
Q3,260
Q4,400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[source_02fecc43a35731e564a955598e7fc37c] The launch has earned a measured expansion — creation brief
Citation: Create a seven-slide launch decision with an editable revenue chart, an architecture diagram, and a formula grounded in supplied evidence.
Disclaimer: Internal working material
[source_608e34cff38ca3fb45c1375a7dc4ac4b] launch-revenue.csv
Citation: Uploaded file: launch-revenue.csv
quarter,revenue
Q1,120
Q2,180
Q3,260
Q4,400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“Choose whether to expand the launch”
Evidence note: Content is based on the supplied creation brief. Illustrative examples are not independently verified; replace them with measured evidence before external publication.
NodeSlide sources
[source_02fecc43a35731e564a955598e7fc37c] The launch has earned a measured expansion — creation brief
Citation: Create a seven-slide launch decision with an editable revenue chart, an architecture diagram, and a formula grounded in supplied evidence.
Disclaimer: Internal working material
[source_608e34cff38ca3fb45c1375a7dc4ac4b] launch-revenue.csv
Citation: Uploaded file: launch-revenue.csv
quarter,revenue
Q1,120
Q2,180
Q3,260
Q4,400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630959ff5bf248ab1332239d1d17e4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11fc32765803348b6829e7131d6524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7d60605f63e57f3710670c4868b38b69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whether to expand the launch</a:t>
            </a:r>
            <a:endParaRPr lang="en-US" sz="4800" dirty="0"/>
          </a:p>
        </p:txBody>
      </p:sp>
      <p:sp>
        <p:nvSpPr>
          <p:cNvPr id="5" name="element_b5c4c792e068dcc235c71fef1659497f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product and engineering leaders,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77a0b979c0aa638fc9a3167d45af832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Show the growth evidence</a:t>
            </a:r>
            <a:endParaRPr lang="en-US" sz="1600" dirty="0"/>
          </a:p>
        </p:txBody>
      </p:sp>
      <p:sp>
        <p:nvSpPr>
          <p:cNvPr id="7" name="element_d6f8b6c548dcceb5a398d178986ba315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Make dependencies visible</a:t>
            </a:r>
            <a:endParaRPr lang="en-US" sz="1600" dirty="0"/>
          </a:p>
        </p:txBody>
      </p:sp>
      <p:sp>
        <p:nvSpPr>
          <p:cNvPr id="8" name="element_04873e40a79ed78d99d076ad83733e3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decision</a:t>
            </a:r>
            <a:endParaRPr lang="en-US" sz="1600" dirty="0"/>
          </a:p>
        </p:txBody>
      </p:sp>
      <p:sp>
        <p:nvSpPr>
          <p:cNvPr id="9" name="element_6adf9bcbf1fd0b6476c500fcc5eb99d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f127b5900588748e365b09a267f2d69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ffe375f579a222d0adc7c61513132a3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a02efbb22e948c6078b62b8983bd4f1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d8bbec1c2cf683a24421b6a781bda103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988cceed0f52b5d853ea6f2ac3512738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product and engineering leaders: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c532691e6dece4f0bbc2c493430dc8e5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0de1e68cfe45d0cac78c38ec44cab410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f06cecee7f1a58c29cbb3de54d3aaccb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ce5c332957a2da54d711f46839b6ab6a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5cc7c896ddabcbfc8c72696627776ca4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de7b7e2a6a6b4d5bbce02484d61490dc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de7b7e2a6a6b4d5bbce02484d61490dc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bef9025a9bc7c0b7d703f5aa76933430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bef9025a9bc7c0b7d703f5aa76933430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ea2d81d651168190febd5e7c6388f1b7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ea2d81d651168190febd5e7c6388f1b7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418cb503c8d7ecc677120cb055d9bd64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a6bb09daceb89291f55d695bb1ca8bd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b9de8fcd4b7bd5e46262ddafab9b7f4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199d6b8bb61bf4b90c0684787a2def9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be67201b55d563efe2d5f014d3af43e1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f2bdda6c4326a4481805f43a0bdbefb8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launch decision with an editable revenue chart, an architecture diagram, and a formula grounded in supplied evidence.</a:t>
            </a:r>
            <a:endParaRPr lang="en-US" sz="1900" dirty="0"/>
          </a:p>
        </p:txBody>
      </p:sp>
      <p:sp>
        <p:nvSpPr>
          <p:cNvPr id="6" name="element_40476851e96e23f83d81547b9f4dad95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Show the growth evidence</a:t>
            </a:r>
            <a:endParaRPr lang="en-US" sz="1700" dirty="0"/>
          </a:p>
        </p:txBody>
      </p:sp>
      <p:sp>
        <p:nvSpPr>
          <p:cNvPr id="7" name="element_24dadf20fd4570b224b9e2313a15db0c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Make dependencies visible</a:t>
            </a:r>
            <a:endParaRPr lang="en-US" sz="1700" dirty="0"/>
          </a:p>
        </p:txBody>
      </p:sp>
      <p:sp>
        <p:nvSpPr>
          <p:cNvPr id="8" name="element_398d5ae459641a843cd72ae7050d8525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Name the decision</a:t>
            </a:r>
            <a:endParaRPr lang="en-US" sz="1700" dirty="0"/>
          </a:p>
        </p:txBody>
      </p:sp>
      <p:sp>
        <p:nvSpPr>
          <p:cNvPr id="9" name="element_269e56273c4633ee3e8b6fb072916e0b"/>
          <p:cNvSpPr txBox="1"/>
          <p:nvPr/>
        </p:nvSpPr>
        <p:spPr>
          <a:xfrm>
            <a:off x="975336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(400 - 120) / 120 = 2.33x</a:t>
            </a:r>
            <a:endParaRPr lang="en-US" sz="3000" dirty="0"/>
          </a:p>
        </p:txBody>
      </p:sp>
      <p:sp>
        <p:nvSpPr>
          <p:cNvPr id="10" name="element_b286c509987dfaf17ecba1467d28ee41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786b6e91d7a8335435d9fe2df3a02dbf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9e6a0524695d2ab9be33df8ce7d047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598edb3b170a58cf979bea6501af02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95a5c71d05a4acd78a24af219d1dfb8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e7923ac7085d1ecf241b80da7ffb4123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162f4a4bc607f8a2c21d47296564086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3e2ba586f3c7936ece2c85d3b4331eb7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e36671fcad484ab535ac6e630750ef9b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graphicFrame>
        <p:nvGraphicFramePr>
          <p:cNvPr id="9" name="element_100ed89f1efb7ec48273f1daab30e4d2" descr=""/>
          <p:cNvGraphicFramePr/>
          <p:nvPr/>
        </p:nvGraphicFramePr>
        <p:xfrm>
          <a:off x="5120512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8efd62da2f3eff746237fa07dc934c0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026e23102a0876c2e38f38a697d3d81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a28c8418fd5d3f3f50970fb9b327f8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cf7c2c605b054793ac2cec85c8f8142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f55c3a2f43de61f5529d5c5ed519e6a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2eeb160fbd738e8bd08fde86a5fcd69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bd6d3ffa71da2c0cfb5d1bab6f1c15aa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Show the growth evidence</a:t>
            </a:r>
            <a:endParaRPr lang="en-US" sz="1700" dirty="0"/>
          </a:p>
        </p:txBody>
      </p:sp>
      <p:sp>
        <p:nvSpPr>
          <p:cNvPr id="7" name="element_3a8a13d6fcd4515aadc88f7d0ef4758a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Make dependencies visible</a:t>
            </a:r>
            <a:endParaRPr lang="en-US" sz="1700" dirty="0"/>
          </a:p>
        </p:txBody>
      </p:sp>
      <p:sp>
        <p:nvSpPr>
          <p:cNvPr id="8" name="element_becdde804993d885152cf2f87cebbd3d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Name the decision</a:t>
            </a:r>
            <a:endParaRPr lang="en-US" sz="1700" dirty="0"/>
          </a:p>
        </p:txBody>
      </p:sp>
      <p:sp>
        <p:nvSpPr>
          <p:cNvPr id="9" name="element_c34be20c1ea1bf7acc23c43ec4cbfe11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1d92504ff6a48a5fe686aaced58ecf8e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f69fcae387d92938c9f37f04d02dc8c0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854896146c240041c886ee07421d0b9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dba03fe5e33883e1fdb5f6196225c05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cba2f78000e839955b1b3722fa8deb1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c38b209bd7a79837192a060dd4640e4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63f9e68d44831f4bfd82a8090e8be9e8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c5fe58ea20d76284d85fa030a09b3aba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d0125a72ae266468b933f339cbb1a1ca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0be6cb92a1a055c625c14405eae6e251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ea46d3c4a89d67ce5ce6b01394a3922e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fae7f4e0f4e4e01be5a49fbc80691eb1"/>
          <p:cNvSpPr txBox="1"/>
          <p:nvPr/>
        </p:nvSpPr>
        <p:spPr>
          <a:xfrm>
            <a:off x="1219170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gates</a:t>
            </a:r>
            <a:endParaRPr lang="en-US" sz="5600" dirty="0"/>
          </a:p>
        </p:txBody>
      </p:sp>
      <p:sp>
        <p:nvSpPr>
          <p:cNvPr id="10" name="element_b99ebb242f8163f62ba63c9ada820c92"/>
          <p:cNvSpPr txBox="1"/>
          <p:nvPr/>
        </p:nvSpPr>
        <p:spPr>
          <a:xfrm>
            <a:off x="1463003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evidence, ownership, and rollback readiness</a:t>
            </a:r>
            <a:endParaRPr lang="en-US" sz="1500" dirty="0"/>
          </a:p>
        </p:txBody>
      </p:sp>
      <p:sp>
        <p:nvSpPr>
          <p:cNvPr id="11" name="element_40e9097e71b049a295309d387bfb5c89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969db0721f196d0239cb3a5137e12aac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176c4a3e1a0090127dc039cc23d223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78b4d294bc3bf212269221bb5a3d3e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a9ada737b2c49282949dffb665d388c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whether to expand the launch</a:t>
            </a:r>
            <a:endParaRPr lang="en-US" sz="3800" dirty="0"/>
          </a:p>
        </p:txBody>
      </p:sp>
      <p:sp>
        <p:nvSpPr>
          <p:cNvPr id="5" name="element_2964819f4c9513149a202b5cb2fe36fa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product and engineering leaders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8a31a3690da1271a8097f365dd8f745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dfa1e82ebafcefa51bc8fcc0e060e4f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2ff49ff6bb1c5618bf5556000c0e4c3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a2fa5a658895d7428bcff47570065f1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9c696d0d0c70606f046a56634b6693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launch has earned a measured expansion</dc:title>
  <dc:subject>Choose whether to expand the launch</dc:subject>
  <dc:creator>NodeSlide</dc:creator>
  <cp:lastModifiedBy>NodeSlide</cp:lastModifiedBy>
  <cp:revision>1</cp:revision>
  <dcterms:created xsi:type="dcterms:W3CDTF">2026-07-21T22:25:39Z</dcterms:created>
  <dcterms:modified xsi:type="dcterms:W3CDTF">2026-07-21T22:25:39Z</dcterms:modified>
</cp:coreProperties>
</file>