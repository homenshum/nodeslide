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HomenShum/NodeSlide/pull/52" TargetMode="External"/><Relationship Id="rId2" Type="http://schemas.openxmlformats.org/officeDocument/2006/relationships/hyperlink" Target="https://github.com/HomenShum/parity-studio/pull/6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openspecs/office_standards/ms-oi29500/" TargetMode="External"/><Relationship Id="rId2" Type="http://schemas.openxmlformats.org/officeDocument/2006/relationships/image" Target="../media/image-2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HomenShum/NodeSlide/action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A4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PRODUCT-EVIDENCE.CLAIM-LINEAGE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claim is evidence only when its whole path survives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C69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9525">
            <a:solidFill>
              <a:srgbClr val="C2CA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2A4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https://github.com/HomenShum/NodeSlide/pull/5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Atlas v3 shipped zero native chart parts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5171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2A4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https://github.com/HomenShum/parity-studio/pull/61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topology gate that measured it</a:t>
            </a:r>
            <a:endParaRPr lang="en-US" sz="1000" dirty="0"/>
          </a:p>
        </p:txBody>
      </p:sp>
      <p:sp>
        <p:nvSpPr>
          <p:cNvPr id="8" name="node-source"/>
          <p:cNvSpPr/>
          <p:nvPr/>
        </p:nvSpPr>
        <p:spPr>
          <a:xfrm>
            <a:off x="685800" y="2194560"/>
            <a:ext cx="1371600" cy="822960"/>
          </a:xfrm>
          <a:prstGeom prst="roundRect">
            <a:avLst/>
          </a:prstGeom>
          <a:solidFill>
            <a:srgbClr val="FBFCFE"/>
          </a:solidFill>
          <a:ln w="19050">
            <a:solidFill>
              <a:srgbClr val="2A4A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Source</a:t>
            </a:r>
            <a:endParaRPr lang="en-US" sz="1400" dirty="0"/>
          </a:p>
        </p:txBody>
      </p:sp>
      <p:sp>
        <p:nvSpPr>
          <p:cNvPr id="10" name="node-extract"/>
          <p:cNvSpPr/>
          <p:nvPr/>
        </p:nvSpPr>
        <p:spPr>
          <a:xfrm>
            <a:off x="2286000" y="2194560"/>
            <a:ext cx="1371600" cy="822960"/>
          </a:xfrm>
          <a:prstGeom prst="roundRect">
            <a:avLst/>
          </a:prstGeom>
          <a:solidFill>
            <a:srgbClr val="FBFCFE"/>
          </a:solidFill>
          <a:ln w="19050">
            <a:solidFill>
              <a:srgbClr val="2A4A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Extraction</a:t>
            </a:r>
            <a:endParaRPr lang="en-US" sz="1400" dirty="0"/>
          </a:p>
        </p:txBody>
      </p:sp>
      <p:sp>
        <p:nvSpPr>
          <p:cNvPr id="12" name="node-claim"/>
          <p:cNvSpPr/>
          <p:nvPr/>
        </p:nvSpPr>
        <p:spPr>
          <a:xfrm>
            <a:off x="3886200" y="2194560"/>
            <a:ext cx="1371600" cy="822960"/>
          </a:xfrm>
          <a:prstGeom prst="roundRect">
            <a:avLst/>
          </a:prstGeom>
          <a:solidFill>
            <a:srgbClr val="FBFCFE"/>
          </a:solidFill>
          <a:ln w="19050">
            <a:solidFill>
              <a:srgbClr val="2A4A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Bounded claim</a:t>
            </a:r>
            <a:endParaRPr lang="en-US" sz="1400" dirty="0"/>
          </a:p>
        </p:txBody>
      </p:sp>
      <p:sp>
        <p:nvSpPr>
          <p:cNvPr id="14" name="node-slide"/>
          <p:cNvSpPr/>
          <p:nvPr/>
        </p:nvSpPr>
        <p:spPr>
          <a:xfrm>
            <a:off x="5486400" y="2194560"/>
            <a:ext cx="1371600" cy="822960"/>
          </a:xfrm>
          <a:prstGeom prst="roundRect">
            <a:avLst/>
          </a:prstGeom>
          <a:solidFill>
            <a:srgbClr val="FBFCFE"/>
          </a:solidFill>
          <a:ln w="19050">
            <a:solidFill>
              <a:srgbClr val="2A4A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Slide element</a:t>
            </a:r>
            <a:endParaRPr lang="en-US" sz="1400" dirty="0"/>
          </a:p>
        </p:txBody>
      </p:sp>
      <p:sp>
        <p:nvSpPr>
          <p:cNvPr id="16" name="node-receipt"/>
          <p:cNvSpPr/>
          <p:nvPr/>
        </p:nvSpPr>
        <p:spPr>
          <a:xfrm>
            <a:off x="7086600" y="2194560"/>
            <a:ext cx="1371600" cy="822960"/>
          </a:xfrm>
          <a:prstGeom prst="roundRect">
            <a:avLst/>
          </a:prstGeom>
          <a:solidFill>
            <a:srgbClr val="FBFCFE"/>
          </a:solidFill>
          <a:ln w="19050">
            <a:solidFill>
              <a:srgbClr val="2A4A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Receipt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01168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011680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22208" y="201168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2011680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29184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127248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329184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0" y="3127248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791456"/>
            <a:ext cx="2651760" cy="292608"/>
          </a:xfrm>
          <a:prstGeom prst="roundRect">
            <a:avLst>
              <a:gd name="adj" fmla="val 18750"/>
            </a:avLst>
          </a:prstGeom>
          <a:solidFill>
            <a:srgbClr val="E4F2E8"/>
          </a:solidFill>
          <a:ln w="9525">
            <a:solidFill>
              <a:srgbClr val="2E7D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914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2E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 · BOUND DIAGRAM</a:t>
            </a:r>
            <a:endParaRPr lang="en-US" sz="900" dirty="0"/>
          </a:p>
        </p:txBody>
      </p:sp>
      <p:cxnSp>
        <p:nvCxnSpPr>
          <p:cNvPr id="28" name="edge-source-extract"/>
          <p:cNvCxnSpPr>
            <a:stCxn id="8" idx="3"/>
            <a:endCxn id="10" idx="1"/>
          </p:cNvCxnSpPr>
          <p:nvPr/>
        </p:nvCxnSpPr>
        <p:spPr>
          <a:xfrm>
            <a:off x="20574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dge-extract-claim"/>
          <p:cNvCxnSpPr>
            <a:stCxn id="10" idx="3"/>
            <a:endCxn id="12" idx="1"/>
          </p:cNvCxnSpPr>
          <p:nvPr/>
        </p:nvCxnSpPr>
        <p:spPr>
          <a:xfrm>
            <a:off x="36576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dge-claim-slide"/>
          <p:cNvCxnSpPr>
            <a:stCxn id="12" idx="3"/>
            <a:endCxn id="14" idx="1"/>
          </p:cNvCxnSpPr>
          <p:nvPr/>
        </p:nvCxnSpPr>
        <p:spPr>
          <a:xfrm>
            <a:off x="52578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dge-slide-receipt"/>
          <p:cNvCxnSpPr>
            <a:stCxn id="14" idx="3"/>
            <a:endCxn id="16" idx="1"/>
          </p:cNvCxnSpPr>
          <p:nvPr/>
        </p:nvCxnSpPr>
        <p:spPr>
          <a:xfrm>
            <a:off x="68580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A4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PRODUCT-EVIDENCE.CITATION-CARD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 axis is a real OOXML object, cited to the spec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C69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9525">
            <a:solidFill>
              <a:srgbClr val="C2CA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2A4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https://learn.microsoft.com/openspecs/office_standards/ms-oi29500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OOXML c:dateAx (ECMA-376 time axis)</a:t>
            </a:r>
            <a:endParaRPr lang="en-US" sz="1000" dirty="0"/>
          </a:p>
        </p:txBody>
      </p:sp>
      <p:pic>
        <p:nvPicPr>
          <p:cNvPr id="7" name="Image 0" descr="Screenshot of the parent/child trace waterfall region cited as evidenc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54480" y="1371600"/>
            <a:ext cx="6035040" cy="337962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54480" y="137160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54480" y="1371600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24928" y="137160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0" y="1371600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54480" y="4751222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54480" y="4586630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24928" y="4751222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89520" y="4586630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4791456"/>
            <a:ext cx="2651760" cy="292608"/>
          </a:xfrm>
          <a:prstGeom prst="roundRect">
            <a:avLst>
              <a:gd name="adj" fmla="val 18750"/>
            </a:avLst>
          </a:prstGeom>
          <a:solidFill>
            <a:srgbClr val="E4F2E8"/>
          </a:solidFill>
          <a:ln w="9525">
            <a:solidFill>
              <a:srgbClr val="2E7D4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7914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2E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 · EMBEDDED IMAGE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A4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PRODUCT-EVIDENCE.DECK-CI-RECEIPT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deck is done when pixels and semantics both pass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C69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9525">
            <a:solidFill>
              <a:srgbClr val="C2CA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2A4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https://github.com/HomenShum/NodeSlide/action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Native builder CI run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Cohort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browser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powerpoint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fidelity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8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topology gate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citation gate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motion gate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02336" y="1408176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02336" y="1408176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77072" y="1408176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41664" y="1408176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2336" y="2737104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2336" y="2572512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77072" y="2737104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741664" y="2572512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4791456"/>
            <a:ext cx="2651760" cy="292608"/>
          </a:xfrm>
          <a:prstGeom prst="roundRect">
            <a:avLst>
              <a:gd name="adj" fmla="val 18750"/>
            </a:avLst>
          </a:prstGeom>
          <a:solidFill>
            <a:srgbClr val="E4F2E8"/>
          </a:solidFill>
          <a:ln w="9525">
            <a:solidFill>
              <a:srgbClr val="2E7D4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7914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2E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 · TABLE GRID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A4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TECHNICAL.CODE-AND-RESULT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claims ship with the code that produced them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C69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9525">
            <a:solidFill>
              <a:srgbClr val="C2CA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4206240" cy="3108960"/>
          </a:xfrm>
          <a:prstGeom prst="rect">
            <a:avLst/>
          </a:prstGeom>
          <a:solidFill>
            <a:srgbClr val="F4EFE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raw = await pptx.write("nodebuffer");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1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   = await injectOmml(raw, equations);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1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   = await injectConnectors(a, diagrams);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1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out = await injectDateAxes(b, timelines);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463040"/>
          <a:ext cx="374904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Measured ms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8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pptx.write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52.765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inject.omml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0.175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inject.connectors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12.153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inject.dateAxes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0.235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inject.timing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0.126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dedupe.media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5.566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71.02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sample size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137160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371600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22208" y="137160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0" y="1371600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448056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4315968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22208" y="448056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0" y="4315968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4791456"/>
            <a:ext cx="2651760" cy="292608"/>
          </a:xfrm>
          <a:prstGeom prst="roundRect">
            <a:avLst>
              <a:gd name="adj" fmla="val 18750"/>
            </a:avLst>
          </a:prstGeom>
          <a:solidFill>
            <a:srgbClr val="E4F2E8"/>
          </a:solidFill>
          <a:ln w="9525">
            <a:solidFill>
              <a:srgbClr val="2E7D4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7914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2E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 · MEASURED RESULT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A4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TECHNICAL.EVIDENCE-MEDIA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artifact cannot ship, the deck says so in the bytes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C69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9525">
            <a:solidFill>
              <a:srgbClr val="C2CAD6"/>
            </a:solidFill>
            <a:prstDash val="solid"/>
          </a:ln>
        </p:spPr>
      </p:sp>
      <p:pic>
        <p:nvPicPr>
          <p:cNvPr id="6" name="Image 0" descr="Poster frame — Full-bleed screenshot of the NodeSlide workspace, captured by the 2026-07-22 baseline ru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51760" y="1280160"/>
            <a:ext cx="3840480" cy="2148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6118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1A21"/>
                </a:solidFill>
              </a:rPr>
              <a:t>Asset-bound capture. PowerPoint receives the captured image as a poster frame; no live region highlight.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5C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declared fallback · capability.pptx = poster-frame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2026-07-23T22:17:01Z</dcterms:created>
  <dcterms:modified xsi:type="dcterms:W3CDTF">2026-07-23T22:17:01Z</dcterms:modified>
</cp:coreProperties>
</file>