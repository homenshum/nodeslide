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(¢)</c:v>
                </c:pt>
              </c:strCache>
            </c:strRef>
          </c:tx>
          <c:spPr>
            <a:solidFill>
              <a:srgbClr val="C76D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76D5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F7A5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86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6D5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Kimi K3</c:v>
                  </c:pt>
                  <c:pt idx="1">
                    <c:v>Claude</c:v>
                  </c:pt>
                  <c:pt idx="2">
                    <c:v>Gemma</c:v>
                  </c:pt>
                  <c:pt idx="3">
                    <c:v>Free route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0.42</c:v>
                </c:pt>
                <c:pt idx="1">
                  <c:v>0.51</c:v>
                </c:pt>
                <c:pt idx="2">
                  <c:v>0.09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Repairs</c:v>
                </c:pt>
              </c:strCache>
            </c:strRef>
          </c:tx>
          <c:spPr>
            <a:solidFill>
              <a:srgbClr val="C76D54"/>
            </a:solidFill>
            <a:ln w="25400" cap="flat">
              <a:solidFill>
                <a:srgbClr val="C76D5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6D54"/>
              </a:solidFill>
              <a:ln w="9525" cap="flat">
                <a:solidFill>
                  <a:srgbClr val="C76D5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v4</c:v>
                  </c:pt>
                  <c:pt idx="4">
                    <c:v>v5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D63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D635A"/>
                </a:solidFill>
              </a:rPr>
              <a:t>DATA.BAR-COMPARISON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F1C"/>
                </a:solidFill>
              </a:rPr>
              <a:t>Model cost per accepted slide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5A"/>
                </a:solidFill>
              </a:rPr>
              <a:t>1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D635A"/>
                </a:solidFill>
              </a:rPr>
              <a:t>DATA.TREND-LINE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F1C"/>
                </a:solidFill>
              </a:rPr>
              <a:t>Repair count by harness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5A"/>
                </a:solidFill>
              </a:rPr>
              <a:t>2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D635A"/>
                </a:solidFill>
              </a:rPr>
              <a:t>DATA.TABLE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F1C"/>
                </a:solidFill>
              </a:rPr>
              <a:t>Atlas gate outcomes on v3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5A"/>
                </a:solidFill>
              </a:rPr>
              <a:t>3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Slides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6D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passed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native artifact present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flattened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autoshapes, no semantics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indeterminate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1F1C"/>
                          </a:solidFill>
                        </a:rPr>
                        <a:t>inspection cannot decide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9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m="http://schemas.openxmlformats.org/officeDocument/2006/math"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D635A"/>
                </a:solidFill>
              </a:rPr>
              <a:t>TECHNICAL.EQUATION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F1C"/>
                </a:solidFill>
              </a:rPr>
              <a:t>Cost/quality objective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5A"/>
                </a:solidFill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m:oMathPara>
              <m:oMath>
                <m:r>
                  <m:t>Q = </m:t>
                </m:r>
                <m:f>
                  <m:num>
                    <m:r>
                      <m:t>∑ wᵢ pᵢ</m:t>
                    </m:r>
                  </m:num>
                  <m:den>
                    <m:r>
                      <m:t>c</m:t>
                    </m:r>
                  </m:den>
                </m:f>
              </m:oMath>
            </m:oMathPara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D635A"/>
                </a:solidFill>
              </a:rPr>
              <a:t>SYSTEMS.ARCHITECTURE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F1C"/>
                </a:solidFill>
              </a:rPr>
              <a:t>Source to evidence to claim to slide to export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635A"/>
                </a:solidFill>
              </a:rPr>
              <a:t>5</a:t>
            </a:r>
            <a:endParaRPr lang="en-US" sz="1100" dirty="0"/>
          </a:p>
        </p:txBody>
      </p:sp>
      <p:sp>
        <p:nvSpPr>
          <p:cNvPr id="5" name="node-source"/>
          <p:cNvSpPr/>
          <p:nvPr/>
        </p:nvSpPr>
        <p:spPr>
          <a:xfrm>
            <a:off x="3810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10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Source</a:t>
            </a:r>
            <a:endParaRPr lang="en-US" sz="1400" dirty="0"/>
          </a:p>
        </p:txBody>
      </p:sp>
      <p:sp>
        <p:nvSpPr>
          <p:cNvPr id="7" name="node-evidence"/>
          <p:cNvSpPr/>
          <p:nvPr/>
        </p:nvSpPr>
        <p:spPr>
          <a:xfrm>
            <a:off x="21336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36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Evidence</a:t>
            </a:r>
            <a:endParaRPr lang="en-US" sz="1400" dirty="0"/>
          </a:p>
        </p:txBody>
      </p:sp>
      <p:sp>
        <p:nvSpPr>
          <p:cNvPr id="9" name="node-claim"/>
          <p:cNvSpPr/>
          <p:nvPr/>
        </p:nvSpPr>
        <p:spPr>
          <a:xfrm>
            <a:off x="38862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Claim</a:t>
            </a:r>
            <a:endParaRPr lang="en-US" sz="1400" dirty="0"/>
          </a:p>
        </p:txBody>
      </p:sp>
      <p:sp>
        <p:nvSpPr>
          <p:cNvPr id="11" name="node-slide"/>
          <p:cNvSpPr/>
          <p:nvPr/>
        </p:nvSpPr>
        <p:spPr>
          <a:xfrm>
            <a:off x="56388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388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Slide</a:t>
            </a:r>
            <a:endParaRPr lang="en-US" sz="1400" dirty="0"/>
          </a:p>
        </p:txBody>
      </p:sp>
      <p:sp>
        <p:nvSpPr>
          <p:cNvPr id="13" name="node-export"/>
          <p:cNvSpPr/>
          <p:nvPr/>
        </p:nvSpPr>
        <p:spPr>
          <a:xfrm>
            <a:off x="7391400" y="2194560"/>
            <a:ext cx="1371600" cy="822960"/>
          </a:xfrm>
          <a:prstGeom prst="roundRect">
            <a:avLst/>
          </a:prstGeom>
          <a:solidFill>
            <a:srgbClr val="FDFCFA"/>
          </a:solidFill>
          <a:ln w="19050">
            <a:solidFill>
              <a:srgbClr val="C76D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1400" y="21945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1F1C"/>
                </a:solidFill>
              </a:rPr>
              <a:t>Export</a:t>
            </a:r>
            <a:endParaRPr lang="en-US" sz="1400" dirty="0"/>
          </a:p>
        </p:txBody>
      </p:sp>
      <p:cxnSp>
        <p:nvCxnSpPr>
          <p:cNvPr id="15" name="edge-source-evidence"/>
          <p:cNvCxnSpPr>
            <a:stCxn id="5" idx="3"/>
            <a:endCxn id="7" idx="1"/>
          </p:cNvCxnSpPr>
          <p:nvPr/>
        </p:nvCxnSpPr>
        <p:spPr>
          <a:xfrm>
            <a:off x="1752600" y="2606040"/>
            <a:ext cx="3810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dge-evidence-claim"/>
          <p:cNvCxnSpPr>
            <a:stCxn id="7" idx="3"/>
            <a:endCxn id="9" idx="1"/>
          </p:cNvCxnSpPr>
          <p:nvPr/>
        </p:nvCxnSpPr>
        <p:spPr>
          <a:xfrm>
            <a:off x="3505200" y="2606040"/>
            <a:ext cx="3810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dge-claim-slide"/>
          <p:cNvCxnSpPr>
            <a:stCxn id="9" idx="3"/>
            <a:endCxn id="11" idx="1"/>
          </p:cNvCxnSpPr>
          <p:nvPr/>
        </p:nvCxnSpPr>
        <p:spPr>
          <a:xfrm>
            <a:off x="5257800" y="2606040"/>
            <a:ext cx="3810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dge-slide-export"/>
          <p:cNvCxnSpPr>
            <a:stCxn id="11" idx="3"/>
            <a:endCxn id="13" idx="1"/>
          </p:cNvCxnSpPr>
          <p:nvPr/>
        </p:nvCxnSpPr>
        <p:spPr>
          <a:xfrm>
            <a:off x="7010400" y="2606040"/>
            <a:ext cx="381000" cy="1"/>
          </a:xfrm>
          <a:prstGeom prst="straightConnector1">
            <a:avLst/>
          </a:prstGeom>
          <a:ln w="19050">
            <a:solidFill>
              <a:srgbClr val="221F1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2026-07-22T23:54:31Z</dcterms:created>
  <dcterms:modified xsi:type="dcterms:W3CDTF">2026-07-22T23:54:31Z</dcterms:modified>
</cp:coreProperties>
</file>