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44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DED3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Opening / 01.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[source_33c2cf9d6eb5015d37c6cdb445b9d217] Create an evidence-led seven-slide executive briefing on the 2022 FIF… — creation brief
Citation: Create an evidence-led seven-slide executive briefing on the 2022 FIFA World Cup for sports-media leadership. Use only these supplied facts: France scored 16 goals, Argentina 15, England 13, and Portugal 12; Kylian Mbappe scored 8, Lionel Messi 7, Julian Alvarez 4, and Olivier Giroud 4; the tournament produced 172 goals in 64 matches, or 2.69 goals per match. Include an editable comparison chart, an editable process diagram explaining how group-stage momentum became knockout resilience, and an editable formula for goals per match. Conclude with three implications for audience engagement. Do not invent sources, images, quotes, or statistics; mark unsupported claims [source needed].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Context / 02. Keep the spoken transition focused on “The cost of waiting is usually hidden in repeated work.”
Evidence note: Content is based on the supplied creation brief. Illustrative examples are not independently verified; replace them with measured evidence before external publication.
NodeSlide sources
[source_33c2cf9d6eb5015d37c6cdb445b9d217] Create an evidence-led seven-slide executive briefing on the 2022 FIF… — creation brief
Citation: Create an evidence-led seven-slide executive briefing on the 2022 FIFA World Cup for sports-media leadership. Use only these supplied facts: France scored 16 goals, Argentina 15, England 13, and Portugal 12; Kylian Mbappe scored 8, Lionel Messi 7, Julian Alvarez 4, and Olivier Giroud 4; the tournament produced 172 goals in 64 matches, or 2.69 goals per match. Include an editable comparison chart, an editable process diagram explaining how group-stage momentum became knockout resilience, and an editable formula for goals per match. Conclude with three implications for audience engagement. Do not invent sources, images, quotes, or statistics; mark unsupported claims [source needed].
Disclaimer: Internal working material
[source_22cc6b99912d791ff6492b2d335719f1] Brief success criteria
Citation: A coherent 6–8 slide narrative; Structured chart, formula, and image primitives where relevant; Validation passes before presentation or export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Insight / 03. Keep the spoken transition focused on “A better outcome starts with a sharper point of view.”
Evidence note: Content is based on the supplied creation brief. Illustrative examples are not independently verified; replace them with measured evidence before external publication.
NodeSlide sources
[source_33c2cf9d6eb5015d37c6cdb445b9d217] Create an evidence-led seven-slide executive briefing on the 2022 FIF… — creation brief
Citation: Create an evidence-led seven-slide executive briefing on the 2022 FIFA World Cup for sports-media leadership. Use only these supplied facts: France scored 16 goals, Argentina 15, England 13, and Portugal 12; Kylian Mbappe scored 8, Lionel Messi 7, Julian Alvarez 4, and Olivier Giroud 4; the tournament produced 172 goals in 64 matches, or 2.69 goals per match. Include an editable comparison chart, an editable process diagram explaining how group-stage momentum became knockout resilience, and an editable formula for goals per match. Conclude with three implications for audience engagement. Do not invent sources, images, quotes, or statistics; mark unsupported claims [source needed].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Approach / 04. Keep the spoken transition focused on “Turn the idea into a sequence people can understand and own.”
Evidence note: Content is based on the supplied creation brief. Illustrative examples are not independently verified; replace them with measured evidence before external publication.
NodeSlide sources
[source_33c2cf9d6eb5015d37c6cdb445b9d217] Create an evidence-led seven-slide executive briefing on the 2022 FIF… — creation brief
Citation: Create an evidence-led seven-slide executive briefing on the 2022 FIFA World Cup for sports-media leadership. Use only these supplied facts: France scored 16 goals, Argentina 15, England 13, and Portugal 12; Kylian Mbappe scored 8, Lionel Messi 7, Julian Alvarez 4, and Olivier Giroud 4; the tournament produced 172 goals in 64 matches, or 2.69 goals per match. Include an editable comparison chart, an editable process diagram explaining how group-stage momentum became knockout resilience, and an editable formula for goals per match. Conclude with three implications for audience engagement. Do not invent sources, images, quotes, or statistics; mark unsupported claims [source needed].
Disclaimer: Internal working material
[source_22cc6b99912d791ff6492b2d335719f1] Brief success criteria
Citation: A coherent 6–8 slide narrative; Structured chart, formula, and image primitives where relevant; Validation passes before presentation or export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Evidence / 05. Keep the spoken transition focused on “Define proof before asking for commitment.”
Evidence note: Content is based on the supplied creation brief. Illustrative examples are not independently verified; replace them with measured evidence before external publication.
NodeSlide sources
[source_33c2cf9d6eb5015d37c6cdb445b9d217] Create an evidence-led seven-slide executive briefing on the 2022 FIF… — creation brief
Citation: Create an evidence-led seven-slide executive briefing on the 2022 FIFA World Cup for sports-media leadership. Use only these supplied facts: France scored 16 goals, Argentina 15, England 13, and Portugal 12; Kylian Mbappe scored 8, Lionel Messi 7, Julian Alvarez 4, and Olivier Giroud 4; the tournament produced 172 goals in 64 matches, or 2.69 goals per match. Include an editable comparison chart, an editable process diagram explaining how group-stage momentum became knockout resilience, and an editable formula for goals per match. Conclude with three implications for audience engagement. Do not invent sources, images, quotes, or statistics; mark unsupported claims [source needed].
Disclaimer: Internal working material
[source_22cc6b99912d791ff6492b2d335719f1] Brief success criteria
Citation: A coherent 6–8 slide narrative; Structured chart, formula, and image primitives where relevant; Validation passes before presentation or export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Delivery / 06. Keep the spoken transition focused on “Start narrow, learn quickly, and preserve room to adapt.”
Evidence note: Content is based on the supplied creation brief. Illustrative examples are not independently verified; replace them with measured evidence before external publication.
NodeSlide sources
[source_33c2cf9d6eb5015d37c6cdb445b9d217] Create an evidence-led seven-slide executive briefing on the 2022 FIF… — creation brief
Citation: Create an evidence-led seven-slide executive briefing on the 2022 FIFA World Cup for sports-media leadership. Use only these supplied facts: France scored 16 goals, Argentina 15, England 13, and Portugal 12; Kylian Mbappe scored 8, Lionel Messi 7, Julian Alvarez 4, and Olivier Giroud 4; the tournament produced 172 goals in 64 matches, or 2.69 goals per match. Include an editable comparison chart, an editable process diagram explaining how group-stage momentum became knockout resilience, and an editable formula for goals per match. Conclude with three implications for audience engagement. Do not invent sources, images, quotes, or statistics; mark unsupported claims [source needed].
Disclaimer: Internal working material
[source_22cc6b99912d791ff6492b2d335719f1] Brief success criteria
Citation: A coherent 6–8 slide narrative; Structured chart, formula, and image primitives where relevant; Validation passes before presentation or export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Close / 07.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[source_33c2cf9d6eb5015d37c6cdb445b9d217] Create an evidence-led seven-slide executive briefing on the 2022 FIF… — creation brief
Citation: Create an evidence-led seven-slide executive briefing on the 2022 FIFA World Cup for sports-media leadership. Use only these supplied facts: France scored 16 goals, Argentina 15, England 13, and Portugal 12; Kylian Mbappe scored 8, Lionel Messi 7, Julian Alvarez 4, and Olivier Giroud 4; the tournament produced 172 goals in 64 matches, or 2.69 goals per match. Include an editable comparison chart, an editable process diagram explaining how group-stage momentum became knockout resilience, and an editable formula for goals per match. Conclude with three implications for audience engagement. Do not invent sources, images, quotes, or statistics; mark unsupported claims [source needed].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2d3ddf4488970e2330bc7aac2872e21b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cdbefbf149dabec7acdb6a720022d64c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OPENING / 01</a:t>
            </a:r>
            <a:endParaRPr lang="en-US" sz="1500" dirty="0"/>
          </a:p>
        </p:txBody>
      </p:sp>
      <p:sp>
        <p:nvSpPr>
          <p:cNvPr id="4" name="element_38be321e40ceb785edf7b5101562b08c"/>
          <p:cNvSpPr txBox="1"/>
          <p:nvPr/>
        </p:nvSpPr>
        <p:spPr>
          <a:xfrm>
            <a:off x="853419" y="1028700"/>
            <a:ext cx="9631439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4800" dirty="0"/>
          </a:p>
        </p:txBody>
      </p:sp>
      <p:sp>
        <p:nvSpPr>
          <p:cNvPr id="5" name="element_4d793cbdc362986e078e1ffa73c6d2c6"/>
          <p:cNvSpPr txBox="1"/>
          <p:nvPr/>
        </p:nvSpPr>
        <p:spPr>
          <a:xfrm>
            <a:off x="853419" y="3291840"/>
            <a:ext cx="8046519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 focused narrative for Decision-makers described in the brief, built from the supplied brief and kept editable from first draft onward.</a:t>
            </a:r>
            <a:endParaRPr lang="en-US" sz="1900" dirty="0"/>
          </a:p>
        </p:txBody>
      </p:sp>
      <p:sp>
        <p:nvSpPr>
          <p:cNvPr id="6" name="element_6f2668986e002968a841b605d161bd87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 coherent 6–8 slide narrative</a:t>
            </a:r>
            <a:endParaRPr lang="en-US" sz="1600" dirty="0"/>
          </a:p>
        </p:txBody>
      </p:sp>
      <p:sp>
        <p:nvSpPr>
          <p:cNvPr id="7" name="element_b8956b8ba07c9d39baf178fc19738220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Structured chart, formula, and image primitives where relevant</a:t>
            </a:r>
            <a:endParaRPr lang="en-US" sz="1600" dirty="0"/>
          </a:p>
        </p:txBody>
      </p:sp>
      <p:sp>
        <p:nvSpPr>
          <p:cNvPr id="8" name="element_293b6634926ec7a55b5f34fd936a5370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Validation passes before presentation or export</a:t>
            </a:r>
            <a:endParaRPr lang="en-US" sz="1600" dirty="0"/>
          </a:p>
        </p:txBody>
      </p:sp>
      <p:sp>
        <p:nvSpPr>
          <p:cNvPr id="9" name="element_7e6e3bf18e212cc8c0bcb876e71a60da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d9bb7023cffc233045d28e5cd50abe00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ceaaf0636099fa7db41847635efa72ea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b8c4171767006fbddbb1276b7e347cba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CONTEXT / 02</a:t>
            </a:r>
            <a:endParaRPr lang="en-US" sz="1500" dirty="0"/>
          </a:p>
        </p:txBody>
      </p:sp>
      <p:sp>
        <p:nvSpPr>
          <p:cNvPr id="4" name="element_e687708659622a2083c94c0ea56a8af5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of waiting is usually hidden in repeated work.</a:t>
            </a:r>
            <a:endParaRPr lang="en-US" sz="3800" dirty="0"/>
          </a:p>
        </p:txBody>
      </p:sp>
      <p:sp>
        <p:nvSpPr>
          <p:cNvPr id="5" name="element_92598620829aa47fc174fa833b4f1575"/>
          <p:cNvSpPr txBox="1"/>
          <p:nvPr/>
        </p:nvSpPr>
        <p:spPr>
          <a:xfrm>
            <a:off x="853419" y="2606040"/>
            <a:ext cx="39013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Frame the current reality for Decision-makers described in the brief: what is fragmented today, why it matters now, and where momentum is being lost.</a:t>
            </a:r>
            <a:endParaRPr lang="en-US" sz="1700" dirty="0"/>
          </a:p>
        </p:txBody>
      </p:sp>
      <p:sp>
        <p:nvSpPr>
          <p:cNvPr id="6" name="element_bb471c234a9046d6c335aa5d05e487e1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Name the friction</a:t>
            </a:r>
            <a:endParaRPr lang="en-US" sz="1700" dirty="0"/>
          </a:p>
        </p:txBody>
      </p:sp>
      <p:sp>
        <p:nvSpPr>
          <p:cNvPr id="7" name="element_c7dbe14b34d2b5be97ed141bf2bd58d0"/>
          <p:cNvSpPr txBox="1"/>
          <p:nvPr/>
        </p:nvSpPr>
        <p:spPr>
          <a:xfrm>
            <a:off x="853419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Expose the consequence</a:t>
            </a:r>
            <a:endParaRPr lang="en-US" sz="1700" dirty="0"/>
          </a:p>
        </p:txBody>
      </p:sp>
      <p:sp>
        <p:nvSpPr>
          <p:cNvPr id="8" name="element_caa48ac6aa98add5a12c79b44f7a4310"/>
          <p:cNvSpPr txBox="1"/>
          <p:nvPr/>
        </p:nvSpPr>
        <p:spPr>
          <a:xfrm>
            <a:off x="853419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Create urgency without hype</a:t>
            </a:r>
            <a:endParaRPr lang="en-US" sz="1700" dirty="0"/>
          </a:p>
        </p:txBody>
      </p:sp>
      <p:sp>
        <p:nvSpPr>
          <p:cNvPr id="9" name="element_b64dc936651561a359ffe43aee5853a3"/>
          <p:cNvSpPr/>
          <p:nvPr/>
        </p:nvSpPr>
        <p:spPr>
          <a:xfrm>
            <a:off x="7019978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0" name="element_fc780baa043faa6f828c83805a0e17ed"/>
          <p:cNvSpPr/>
          <p:nvPr/>
        </p:nvSpPr>
        <p:spPr>
          <a:xfrm>
            <a:off x="9194977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1" name="element_53345e49a0622ea1d75ca935eecb842d"/>
          <p:cNvSpPr/>
          <p:nvPr/>
        </p:nvSpPr>
        <p:spPr>
          <a:xfrm>
            <a:off x="5045753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2" name="element_53345e49a0622ea1d75ca935eecb842d:text"/>
          <p:cNvSpPr txBox="1"/>
          <p:nvPr/>
        </p:nvSpPr>
        <p:spPr>
          <a:xfrm>
            <a:off x="5045753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Friction</a:t>
            </a:r>
            <a:endParaRPr lang="en-US" sz="1600" dirty="0"/>
          </a:p>
        </p:txBody>
      </p:sp>
      <p:sp>
        <p:nvSpPr>
          <p:cNvPr id="13" name="element_7ccfc40e07bc7b932d47d471ade52ff4"/>
          <p:cNvSpPr/>
          <p:nvPr/>
        </p:nvSpPr>
        <p:spPr>
          <a:xfrm>
            <a:off x="7219532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4" name="element_7ccfc40e07bc7b932d47d471ade52ff4:text"/>
          <p:cNvSpPr txBox="1"/>
          <p:nvPr/>
        </p:nvSpPr>
        <p:spPr>
          <a:xfrm>
            <a:off x="7219532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Consequence</a:t>
            </a:r>
            <a:endParaRPr lang="en-US" sz="1600" dirty="0"/>
          </a:p>
        </p:txBody>
      </p:sp>
      <p:sp>
        <p:nvSpPr>
          <p:cNvPr id="15" name="element_0d84cd724d05987bfbfccdfcb427bc79"/>
          <p:cNvSpPr/>
          <p:nvPr/>
        </p:nvSpPr>
        <p:spPr>
          <a:xfrm>
            <a:off x="9394530" y="3939235"/>
            <a:ext cx="2018506" cy="103693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6" name="element_0d84cd724d05987bfbfccdfcb427bc79:text"/>
          <p:cNvSpPr txBox="1"/>
          <p:nvPr/>
        </p:nvSpPr>
        <p:spPr>
          <a:xfrm>
            <a:off x="9394530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 window</a:t>
            </a:r>
            <a:endParaRPr lang="en-US" sz="1600" dirty="0"/>
          </a:p>
        </p:txBody>
      </p:sp>
      <p:sp>
        <p:nvSpPr>
          <p:cNvPr id="17" name="element_eadbb856bc96966a3de54bcee73d4673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8" name="element_e6c3dabc474db214b6e08e0c484cbb3a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3d3e47bf726cf29b9f06f8839221e41a"/>
          <p:cNvSpPr/>
          <p:nvPr/>
        </p:nvSpPr>
        <p:spPr>
          <a:xfrm>
            <a:off x="11667452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902b6314ae4278dcd40684b8845e2616"/>
          <p:cNvSpPr txBox="1"/>
          <p:nvPr/>
        </p:nvSpPr>
        <p:spPr>
          <a:xfrm>
            <a:off x="5486263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INSIGHT / 03</a:t>
            </a:r>
            <a:endParaRPr lang="en-US" sz="1500" dirty="0"/>
          </a:p>
        </p:txBody>
      </p:sp>
      <p:sp>
        <p:nvSpPr>
          <p:cNvPr id="4" name="element_ea26f93bb1ccb46d9b0ac5e1e50e6ed9"/>
          <p:cNvSpPr txBox="1"/>
          <p:nvPr/>
        </p:nvSpPr>
        <p:spPr>
          <a:xfrm>
            <a:off x="2072588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better outcome starts with a sharper point of view.</a:t>
            </a:r>
            <a:endParaRPr lang="en-US" sz="3800" dirty="0"/>
          </a:p>
        </p:txBody>
      </p:sp>
      <p:sp>
        <p:nvSpPr>
          <p:cNvPr id="5" name="element_963de4a713be73bfce0d139f9e836745"/>
          <p:cNvSpPr txBox="1"/>
          <p:nvPr/>
        </p:nvSpPr>
        <p:spPr>
          <a:xfrm>
            <a:off x="1706837" y="2743200"/>
            <a:ext cx="96314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Create an evidence-led seven-slide executive briefing on the 2022 FIFA World Cup for sports-media leadership. Use only these supplied facts: France scored 16 goals, Argentina 15, England 13, and Portugal 12; Kylian Mbappe scored 8, Lionel Messi 7, Julian Alva…</a:t>
            </a:r>
            <a:endParaRPr lang="en-US" sz="1900" dirty="0"/>
          </a:p>
        </p:txBody>
      </p:sp>
      <p:sp>
        <p:nvSpPr>
          <p:cNvPr id="6" name="element_bab199a123b8b4953b5d94987d73469b"/>
          <p:cNvSpPr txBox="1"/>
          <p:nvPr/>
        </p:nvSpPr>
        <p:spPr>
          <a:xfrm>
            <a:off x="8168436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26370d1898d8f13c83a0ea72d26a2ef8"/>
          <p:cNvSpPr txBox="1"/>
          <p:nvPr/>
        </p:nvSpPr>
        <p:spPr>
          <a:xfrm>
            <a:off x="4632844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1c68b7bf1e9b2260d0018c0332786bb4"/>
          <p:cNvSpPr txBox="1"/>
          <p:nvPr/>
        </p:nvSpPr>
        <p:spPr>
          <a:xfrm>
            <a:off x="1097253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526ffd467cf241a6768795c6b24dab8b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dbc9954e33581a7e90042d1470f26aa6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7bc6ca14d1a282084e35c3dc5a25631c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ddd33a27a9036a28b84ba08f7ce900a3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APPROACH / 04</a:t>
            </a:r>
            <a:endParaRPr lang="en-US" sz="1500" dirty="0"/>
          </a:p>
        </p:txBody>
      </p:sp>
      <p:sp>
        <p:nvSpPr>
          <p:cNvPr id="4" name="element_e7695e5ee2fb27ac06ad42233d115f57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the idea into a sequence people can understand and own.</a:t>
            </a:r>
            <a:endParaRPr lang="en-US" sz="3800" dirty="0"/>
          </a:p>
        </p:txBody>
      </p:sp>
      <p:sp>
        <p:nvSpPr>
          <p:cNvPr id="5" name="element_7a7df025b643f3bb50394718512188e9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Connect intent, action, and feedback in one visible operating path so the audience can see both the destination and the mechanics.</a:t>
            </a:r>
            <a:endParaRPr lang="en-US" sz="1900" dirty="0"/>
          </a:p>
        </p:txBody>
      </p:sp>
      <p:sp>
        <p:nvSpPr>
          <p:cNvPr id="6" name="element_250274cfe987061ca5ed5cb3d4fca835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Align on intent</a:t>
            </a:r>
            <a:endParaRPr lang="en-US" sz="1700" dirty="0"/>
          </a:p>
        </p:txBody>
      </p:sp>
      <p:sp>
        <p:nvSpPr>
          <p:cNvPr id="7" name="element_4f68df6c7825607667139efb32df9890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Execute the critical moves</a:t>
            </a:r>
            <a:endParaRPr lang="en-US" sz="1700" dirty="0"/>
          </a:p>
        </p:txBody>
      </p:sp>
      <p:sp>
        <p:nvSpPr>
          <p:cNvPr id="8" name="element_5ca2ec5237823db793b8318dd972e847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Review measurable outcomes</a:t>
            </a:r>
            <a:endParaRPr lang="en-US" sz="1700" dirty="0"/>
          </a:p>
        </p:txBody>
      </p:sp>
      <p:sp>
        <p:nvSpPr>
          <p:cNvPr id="9" name="element_9ff345a497fd47211a73a0d45243d309"/>
          <p:cNvSpPr txBox="1"/>
          <p:nvPr/>
        </p:nvSpPr>
        <p:spPr>
          <a:xfrm>
            <a:off x="6461598" y="2880360"/>
            <a:ext cx="4754761" cy="164592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accepted change = proposal ∩ authorized scope</a:t>
            </a:r>
            <a:endParaRPr lang="en-US" sz="3000" dirty="0"/>
          </a:p>
        </p:txBody>
      </p:sp>
      <p:sp>
        <p:nvSpPr>
          <p:cNvPr id="10" name="element_80deafbe23fb2b31a8b8d466f4d71c6f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59acf1b506840bac1d35002bb0f3f239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64de68368f45462031e9d0a09c2a2e7a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cc77429bf0c07793b71c855d92572d23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EVIDENCE / 05</a:t>
            </a:r>
            <a:endParaRPr lang="en-US" sz="1500" dirty="0"/>
          </a:p>
        </p:txBody>
      </p:sp>
      <p:sp>
        <p:nvSpPr>
          <p:cNvPr id="4" name="element_52b3552656bdfc66e8c802162550b62b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proof before asking for commitment.</a:t>
            </a:r>
            <a:endParaRPr lang="en-US" sz="3800" dirty="0"/>
          </a:p>
        </p:txBody>
      </p:sp>
      <p:sp>
        <p:nvSpPr>
          <p:cNvPr id="5" name="element_85ca77fabf014df8dbfe86a918248364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Use the brief’s success criteria as explicit evaluation signals, with assumptions clearly separated from measured evidence.</a:t>
            </a:r>
            <a:endParaRPr lang="en-US" sz="1900" dirty="0"/>
          </a:p>
        </p:txBody>
      </p:sp>
      <p:sp>
        <p:nvSpPr>
          <p:cNvPr id="6" name="element_2a83fc626b716ae84bf18c76812a2bcc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52931f4a644ae96bee9d9910df6e0a7d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3f4579209e6d702cd4171ddb1019cd33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43a1cba21c82a653e18072e4e0e54cf2"/>
          <p:cNvSpPr txBox="1"/>
          <p:nvPr/>
        </p:nvSpPr>
        <p:spPr>
          <a:xfrm>
            <a:off x="6661542" y="2770632"/>
            <a:ext cx="4476790" cy="1110996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 signals</a:t>
            </a:r>
            <a:endParaRPr lang="en-US" sz="4300" dirty="0"/>
          </a:p>
        </p:txBody>
      </p:sp>
      <p:sp>
        <p:nvSpPr>
          <p:cNvPr id="10" name="element_c36aa0c3bfc4960b7a299b3f20b38fa1"/>
          <p:cNvSpPr txBox="1"/>
          <p:nvPr/>
        </p:nvSpPr>
        <p:spPr>
          <a:xfrm>
            <a:off x="7193100" y="39776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agreed measures of a successful outcome</a:t>
            </a:r>
            <a:endParaRPr lang="en-US" sz="1500" dirty="0"/>
          </a:p>
        </p:txBody>
      </p:sp>
      <p:graphicFrame>
        <p:nvGraphicFramePr>
          <p:cNvPr id="11" name="element_cfc4c75a133ec7acd816bf23bb6a9ecb" descr=""/>
          <p:cNvGraphicFramePr/>
          <p:nvPr/>
        </p:nvGraphicFramePr>
        <p:xfrm>
          <a:off x="6271408" y="4753966"/>
          <a:ext cx="5135142" cy="125912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element_be64e687379c9bf452bc9f0b3bbc0915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f8aaa2ae9bada284cb7a4b807ed1b766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de128046162f0ff4e84e64d2e66c1efb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18f82c48afbd74b2fcaa56d24fede586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DELIVERY / 06</a:t>
            </a:r>
            <a:endParaRPr lang="en-US" sz="1500" dirty="0"/>
          </a:p>
        </p:txBody>
      </p:sp>
      <p:sp>
        <p:nvSpPr>
          <p:cNvPr id="4" name="element_80f67eb02e9f32165e023e817fd2304d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narrow, learn quickly, and preserve room to adapt.</a:t>
            </a:r>
            <a:endParaRPr lang="en-US" sz="3800" dirty="0"/>
          </a:p>
        </p:txBody>
      </p:sp>
      <p:sp>
        <p:nvSpPr>
          <p:cNvPr id="5" name="element_40a10ee608a9273972cee9f43ac09d60"/>
          <p:cNvSpPr txBox="1"/>
          <p:nvPr/>
        </p:nvSpPr>
        <p:spPr>
          <a:xfrm>
            <a:off x="6339682" y="2743200"/>
            <a:ext cx="48766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Sequence the work into a focused launch, an evidence review, and a deliberate scale decision with named ownership at every step.</a:t>
            </a:r>
            <a:endParaRPr lang="en-US" sz="1900" dirty="0"/>
          </a:p>
        </p:txBody>
      </p:sp>
      <p:sp>
        <p:nvSpPr>
          <p:cNvPr id="6" name="element_92c9fa9dcaa44f0e3e56926e10741054"/>
          <p:cNvSpPr txBox="1"/>
          <p:nvPr/>
        </p:nvSpPr>
        <p:spPr>
          <a:xfrm>
            <a:off x="6339682" y="42519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Launch the smallest credible move</a:t>
            </a:r>
            <a:endParaRPr lang="en-US" sz="1700" dirty="0"/>
          </a:p>
        </p:txBody>
      </p:sp>
      <p:sp>
        <p:nvSpPr>
          <p:cNvPr id="7" name="element_0fcc2600d3eb07b8d1f01a5e6484f9ca"/>
          <p:cNvSpPr txBox="1"/>
          <p:nvPr/>
        </p:nvSpPr>
        <p:spPr>
          <a:xfrm>
            <a:off x="6339682" y="49377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Review evidence with stakeholders</a:t>
            </a:r>
            <a:endParaRPr lang="en-US" sz="1700" dirty="0"/>
          </a:p>
        </p:txBody>
      </p:sp>
      <p:sp>
        <p:nvSpPr>
          <p:cNvPr id="8" name="element_53e2e59788ebfb17502d8f97b3f2bf4e"/>
          <p:cNvSpPr txBox="1"/>
          <p:nvPr/>
        </p:nvSpPr>
        <p:spPr>
          <a:xfrm>
            <a:off x="6339682" y="56235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Scale what earns confidence</a:t>
            </a:r>
            <a:endParaRPr lang="en-US" sz="1700" dirty="0"/>
          </a:p>
        </p:txBody>
      </p:sp>
      <p:sp>
        <p:nvSpPr>
          <p:cNvPr id="9" name="element_bb86b5707eff9f21b2bb94338b65872f:fallback-shape"/>
          <p:cNvSpPr/>
          <p:nvPr/>
        </p:nvSpPr>
        <p:spPr>
          <a:xfrm>
            <a:off x="731502" y="2674620"/>
            <a:ext cx="4754761" cy="2606040"/>
          </a:xfrm>
          <a:prstGeom prst="roundRect">
            <a:avLst/>
          </a:prstGeom>
          <a:solidFill>
            <a:srgbClr val="F2DED3"/>
          </a:solidFill>
          <a:ln w="19050">
            <a:solidFill>
              <a:srgbClr val="DED7CC"/>
            </a:solidFill>
            <a:prstDash val="dash"/>
          </a:ln>
        </p:spPr>
      </p:sp>
      <p:sp>
        <p:nvSpPr>
          <p:cNvPr id="10" name="element_bb86b5707eff9f21b2bb94338b65872f:fallback-label"/>
          <p:cNvSpPr/>
          <p:nvPr/>
        </p:nvSpPr>
        <p:spPr>
          <a:xfrm>
            <a:off x="731502" y="2674620"/>
            <a:ext cx="4754761" cy="2606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Structured evidence map derived from the supplied brief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1" name="element_77f1af99014f927b141655255ca91f61"/>
          <p:cNvSpPr txBox="1"/>
          <p:nvPr/>
        </p:nvSpPr>
        <p:spPr>
          <a:xfrm>
            <a:off x="975336" y="5417820"/>
            <a:ext cx="4267093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2" name="element_54cb19fb865b58fa6da43e6efef88dad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761f2cff3dae35fa135212156bb40a25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a94f27822b19607192eb01078db8ed29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b4c68c8f2ea2c21f402cf8f9c447bf35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CLOSE / 07</a:t>
            </a:r>
            <a:endParaRPr lang="en-US" sz="1500" dirty="0"/>
          </a:p>
        </p:txBody>
      </p:sp>
      <p:sp>
        <p:nvSpPr>
          <p:cNvPr id="4" name="element_2c39ceae0458ac2ccac3a56bea9f809a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3800" dirty="0"/>
          </a:p>
        </p:txBody>
      </p:sp>
      <p:sp>
        <p:nvSpPr>
          <p:cNvPr id="5" name="element_6474d5e3154abbdb1d70db15116b4370"/>
          <p:cNvSpPr txBox="1"/>
          <p:nvPr/>
        </p:nvSpPr>
        <p:spPr>
          <a:xfrm>
            <a:off x="853419" y="2743200"/>
            <a:ext cx="80465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Invite Decision-makers described in the brief to align on the outcome, the first action, and the evidence that will guide the next decision.</a:t>
            </a:r>
            <a:endParaRPr lang="en-US" sz="1900" dirty="0"/>
          </a:p>
        </p:txBody>
      </p:sp>
      <p:sp>
        <p:nvSpPr>
          <p:cNvPr id="6" name="element_945b784bde8be301d45b8a5a0974e73f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Agree the outcome</a:t>
            </a:r>
            <a:endParaRPr lang="en-US" sz="1600" dirty="0"/>
          </a:p>
        </p:txBody>
      </p:sp>
      <p:sp>
        <p:nvSpPr>
          <p:cNvPr id="7" name="element_3339790b6f4063dba44b555d97f5c849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Name the owner</a:t>
            </a:r>
            <a:endParaRPr lang="en-US" sz="1600" dirty="0"/>
          </a:p>
        </p:txBody>
      </p:sp>
      <p:sp>
        <p:nvSpPr>
          <p:cNvPr id="8" name="element_5c06bb287c5e6223d335700b5ffb3b16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Set the next checkpoint</a:t>
            </a:r>
            <a:endParaRPr lang="en-US" sz="1600" dirty="0"/>
          </a:p>
        </p:txBody>
      </p:sp>
      <p:sp>
        <p:nvSpPr>
          <p:cNvPr id="9" name="element_24335f3302bf9f5eb5ea585e1108721f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0f0d8e3ea8b38e6f16f4777633d02855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an evidence-led seven-slide executive briefing on the 2022 FIF…</dc:title>
  <dc:subject>Create an editable, reviewable presentation from this idea</dc:subject>
  <dc:creator>NodeSlide</dc:creator>
  <cp:lastModifiedBy>NodeSlide</cp:lastModifiedBy>
  <cp:revision>1</cp:revision>
  <dcterms:created xsi:type="dcterms:W3CDTF">2026-07-21T23:17:23Z</dcterms:created>
  <dcterms:modified xsi:type="dcterms:W3CDTF">2026-07-21T23:17:23Z</dcterms:modified>
</cp:coreProperties>
</file>