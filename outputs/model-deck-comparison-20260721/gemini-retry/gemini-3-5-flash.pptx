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[source_a1246496ff9f6f5a9d002db83af2754a]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[source_a1246496ff9f6f5a9d002db83af2754a]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[source_9573c6579688b961b7816918a530c2f0]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[source_a1246496ff9f6f5a9d002db83af2754a]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[source_a1246496ff9f6f5a9d002db83af2754a]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[source_9573c6579688b961b7816918a530c2f0]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[source_a1246496ff9f6f5a9d002db83af2754a]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[source_9573c6579688b961b7816918a530c2f0]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[source_a1246496ff9f6f5a9d002db83af2754a]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[source_9573c6579688b961b7816918a530c2f0]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[source_a1246496ff9f6f5a9d002db83af2754a]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6c095c856db42b59727b0f140987bb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e4bbc4b86ed4239be1b6d9a645694b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1783967795ff5ab5037dbf7ded833929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b6099667bb9a0b69a166a70e8f887d67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a2f29ff739998dc4b562592a727525db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dbb3f89e8dd0d76b9971d4444bdfdb66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4dc78765b479d317f63e079cee1ccdb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89e0f275c76b8abf23c3d76500036c3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a79cf0187aa40761d49deae2d2c6fa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d6d215dbd8c21e93a280d1dd809d5f9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b5be706a2891858670457c4c05f84c1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b8ca6d21e0a4c7e26895d012f4d199a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fb089cb9bb4caf3f3d3e65eedfee68b7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5823df960952aa8c54dc8f4fc8a538c7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d0818d75c8622b8cc96285a55e880df6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a25063a71bfd6b45e23112405b17e734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ffa5234470706d1349c988d7e92cbb27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2b5cd532227fbe1ab569c1ea8c9f7e23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ae6ab6fb8a9275b508da3c8ffd85e6b1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ae6ab6fb8a9275b508da3c8ffd85e6b1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462ffa4ef9422bceb757b455a3d95373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462ffa4ef9422bceb757b455a3d95373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b9ba449f44e5c8ce8cb9e491ba615cd6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b9ba449f44e5c8ce8cb9e491ba615cd6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e200bb747688a9faa89e8fb2281f7a4f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fceb7d3f5a21b4a28115ffa9801a927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d38e1a639e9050a7db6e1dc571f372e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9e01f17012f9f8b14fcb85d30362677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35e03e1f3dd54a8736c4a07874355681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4d0b5efa7545ea70df9be6a3608476ed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an evidence-led seven-slide executive briefing on the 2022 FIFA World Cup for sports-media leadership. Use only these supplied facts: France scored 16 goals, Argentina 15, England 13, and Portugal 12; Kylian Mbappe scored 8, Lionel Messi 7, Julian Alva…</a:t>
            </a:r>
            <a:endParaRPr lang="en-US" sz="1900" dirty="0"/>
          </a:p>
        </p:txBody>
      </p:sp>
      <p:sp>
        <p:nvSpPr>
          <p:cNvPr id="6" name="element_9aa7f1a8c3fd6fd6791beaf71c3fd21d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b97549174ababb953c5b570b7113a788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3c1890ee5dc7af5ae47efe5d17024f72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26e6af3a868ca40a131a0dd750d4a937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9f30740122b941e5e50a4dc7793a3fe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4a167f8b2474956a5f34e7e7a73f7c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ab21532628c3c95152cbb68ba2996e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ff8102f77e2093cd6d4e893144a6968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8452e778c2dc0ddc79f1b62f99a0321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47c334d0db17d34e2e6b9f95656a8b0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fda7523d49796dd68ff35314486f7b9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080f1e4f1838a65da9696fc987eb385e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fad30c15bb125625069f4e6fdace376f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ed56a064cbf06a061437f9633d93ee2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ba6386f772cdb0b6f5d570537857cd0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2be71923fec76f0224d61897b19b17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f20acb1d72c6f878bd0a1e95a0efffa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bebee4e827d8973dfe351b61bde068cd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0b66a0157a2003dd1a453c330d1300f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2224018efcf212401c756635f372b81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a8e3f1f575d68d3d0c2b94e84cc41d8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cf4bbdbd6925362c8e9e94eaa9d5fd7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4968054510e6fcd7f22191fddb9e3beb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4f821b273e55e1b20dd90d61995e3c4e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fc49b173f0f8baf39dd8bd75e6f98aae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3bcd51bf98fbb8c163478f2fd6d4c0d0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1b17234fed22ea7257a105844416861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e05b4585f5b459a11508ca6ec914b5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87f774e12bba9ef18d830636ec971f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73475eb1d2dc8207df6846f61643513c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f9f3347f9dd83887fe66cda0a4f24f67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d7df141af02aa73dcc6b780cdd64996f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19d32025b3db4934f3a6818452ed4659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9354947fcaebede4261a53d4d94877a5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925725a658c035986b036b9d5ec77d6f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925725a658c035986b036b9d5ec77d6f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c17ee9081cd716888e6b58a57844cfbb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283b147d53744bcf5cc9604a0c8dbe1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c474f16199395289bc304dedba12f8b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3f55b75d45d3b51d4fc7b4d79994d3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dd80d217e279b9c1df62d220b8cc0e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1131f0e0c44585715c19b31d8d1650e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0ef784f12830d01350685028105bc69e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408388df1b7d31e840814fd8e4ab8787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afb49f98d93a4ee1bd5244bf0b5b9d18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d375679091065dbc54fe1d3d404486c8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3cc67a0d65a4f9f96b806e648df5b44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328fe3518b8724561f39b0208d95456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evidence-led seven-slide executive briefing on the 2022 FIF…</dc:title>
  <dc:subject>Create an editable, reviewable presentation from this idea</dc:subject>
  <dc:creator>NodeSlide</dc:creator>
  <cp:lastModifiedBy>NodeSlide</cp:lastModifiedBy>
  <cp:revision>1</cp:revision>
  <dcterms:created xsi:type="dcterms:W3CDTF">2026-07-21T23:20:11Z</dcterms:created>
  <dcterms:modified xsi:type="dcterms:W3CDTF">2026-07-21T23:20:11Z</dcterms:modified>
</cp:coreProperties>
</file>