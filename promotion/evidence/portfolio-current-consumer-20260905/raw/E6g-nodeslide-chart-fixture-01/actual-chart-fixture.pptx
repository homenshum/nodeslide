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Composition grammar: full-bleed-thesis. Keep the spoken transition focused on "Create an editable, reviewable presentation from this idea"
Evidence note: Content is based on the supplied creation brief. Illustrative examples are not independently verified; replace them with measured evidence before external publication.
NodeSlide sources
[source_119214d3957c09a759c1cf72c4ab2538]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 metric,value,unit,source month_1,100,units,Illustrative test input month_2,120,units,Illustrative test input month_3,140,units,Illustrative test input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Composition grammar: process-canvas. Keep the spoken transition focused on "The cost of waiting is usually hidden in repeated work."
Evidence note: Content is based on the supplied creation brief. Illustrative examples are not independently verified; replace them with measured evidence before external publication.
NodeSlide sources
[source_119214d3957c09a759c1cf72c4ab2538]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 metric,value,unit,source month_1,100,units,Illustrative test input month_2,120,units,Illustrative test input month_3,140,units,Illustrative test input
Disclaimer: Internal working material
[source_c418b8eb7790c15556e4c574dca2ec06]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Composition grammar: scene-stage. Keep the spoken transition focused on "A better outcome starts with a sharper point of view."
Evidence note: Content is based on the supplied creation brief. Illustrative examples are not independently verified; replace them with measured evidence before external publication.
NodeSlide sources
[source_119214d3957c09a759c1cf72c4ab2538]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 metric,value,unit,source month_1,100,units,Illustrative test input month_2,120,units,Illustrative test input month_3,140,units,Illustrative test input
Disclaimer: Internal working material
[source_c418b8eb7790c15556e4c574dca2ec06]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Composition grammar: scene-stage. Keep the spoken transition focused on "Turn the idea into a sequence people can understand and own."
Evidence note: Content is based on the supplied creation brief. Illustrative examples are not independently verified; replace them with measured evidence before external publication.
NodeSlide sources
[source_119214d3957c09a759c1cf72c4ab2538]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 metric,value,unit,source month_1,100,units,Illustrative test input month_2,120,units,Illustrative test input month_3,140,units,Illustrative test input
Disclaimer: Internal working material
[source_c418b8eb7790c15556e4c574dca2ec06]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Composition grammar: scene-stage. Keep the spoken transition focused on "Define proof before asking for commitment."
Evidence note: Content is based on the supplied creation brief. Illustrative examples are not independently verified; replace them with measured evidence before external publication.
NodeSlide sources
[source_119214d3957c09a759c1cf72c4ab2538]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 metric,value,unit,source month_1,100,units,Illustrative test input month_2,120,units,Illustrative test input month_3,140,units,Illustrative test input
Disclaimer: Internal working material
[source_c418b8eb7790c15556e4c574dca2ec06]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Composition grammar: evidence-dossier. Keep the spoken transition focused on "Create an editable, reviewable presentation from this idea"
Evidence note: Content is based on the supplied creation brief. Illustrative examples are not independently verified; replace them with measured evidence before external publication.
NodeSlide sources
[source_119214d3957c09a759c1cf72c4ab2538]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 metric,value,unit,source month_1,100,units,Illustrative test input month_2,120,units,Illustrative test input month_3,140,units,Illustrative test input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a7d5fdc222e460061c937cacb8ad389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824cb0d52745fc0d0e111c6cce8f4c9"/>
          <p:cNvSpPr txBox="1"/>
          <p:nvPr/>
        </p:nvSpPr>
        <p:spPr>
          <a:xfrm>
            <a:off x="853419" y="2185645"/>
            <a:ext cx="10484858" cy="2487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400" b="1" spc="-12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6400" dirty="0"/>
          </a:p>
        </p:txBody>
      </p:sp>
      <p:sp>
        <p:nvSpPr>
          <p:cNvPr id="4" name="element_0ccd17d1042d6f48b77f33b9b344528a"/>
          <p:cNvSpPr/>
          <p:nvPr/>
        </p:nvSpPr>
        <p:spPr>
          <a:xfrm>
            <a:off x="9875273" y="4809515"/>
            <a:ext cx="146300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4ff46e2e2e641bd63a27cd13c35c7a68"/>
          <p:cNvSpPr txBox="1"/>
          <p:nvPr/>
        </p:nvSpPr>
        <p:spPr>
          <a:xfrm>
            <a:off x="6461598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6" name="element_21f5f180d20e26e42c168106186b1d07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F2DED3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793582cc73fdb018820d5abcd96c0dce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F2DED3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afc8b797f9d94e26c2fbf37ebcdbcd96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F2DED3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be801260ac8a82fae063c08a590d3dae"/>
          <p:cNvSpPr/>
          <p:nvPr/>
        </p:nvSpPr>
        <p:spPr>
          <a:xfrm>
            <a:off x="1364251" y="457429"/>
            <a:ext cx="1077746" cy="606247"/>
          </a:xfrm>
          <a:prstGeom prst="roundRect">
            <a:avLst/>
          </a:prstGeom>
          <a:solidFill>
            <a:srgbClr val="F2DED3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0a859a0d9ae820458e3fe97d542973c7"/>
          <p:cNvSpPr/>
          <p:nvPr/>
        </p:nvSpPr>
        <p:spPr>
          <a:xfrm>
            <a:off x="1473976" y="626135"/>
            <a:ext cx="668105" cy="375818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4964df52d7d11dd7e9c7cbdbe748e7c8"/>
          <p:cNvSpPr/>
          <p:nvPr/>
        </p:nvSpPr>
        <p:spPr>
          <a:xfrm>
            <a:off x="1447154" y="774954"/>
            <a:ext cx="430367" cy="242087"/>
          </a:xfrm>
          <a:prstGeom prst="roundRect">
            <a:avLst/>
          </a:prstGeom>
          <a:solidFill>
            <a:srgbClr val="B44A2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9db380303ac07cc95fff7803832d0638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bbd93bdd6924eac91ed01399a7d6a856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48391d24441069a9bb89e05b85a3cb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2dcd028a29cb1f990adfa440d085556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ede3cad374157b157463a3d8b198a696"/>
          <p:cNvSpPr txBox="1"/>
          <p:nvPr/>
        </p:nvSpPr>
        <p:spPr>
          <a:xfrm>
            <a:off x="975336" y="1028700"/>
            <a:ext cx="5120512" cy="1676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200" dirty="0"/>
          </a:p>
        </p:txBody>
      </p:sp>
      <p:sp>
        <p:nvSpPr>
          <p:cNvPr id="5" name="element_ac0f1897a78a846076dee603d285462a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124c8107873dbb012c5a6c379f83e600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464f805796795817e0ed499fd3f7dc1a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464f805796795817e0ed499fd3f7dc1a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400" dirty="0"/>
          </a:p>
        </p:txBody>
      </p:sp>
      <p:sp>
        <p:nvSpPr>
          <p:cNvPr id="9" name="element_be8d156df3fe5b719ff005b65f65e31f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be8d156df3fe5b719ff005b65f65e31f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11" name="element_57f6e661832e0b354f9dc2bafab4e82e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7f6e661832e0b354f9dc2bafab4e82e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300" dirty="0"/>
          </a:p>
        </p:txBody>
      </p:sp>
      <p:sp>
        <p:nvSpPr>
          <p:cNvPr id="13" name="element_57ed8578345334ac7390652237ba4a42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600" dirty="0"/>
          </a:p>
        </p:txBody>
      </p:sp>
      <p:sp>
        <p:nvSpPr>
          <p:cNvPr id="14" name="element_c13a5c9e3c38b28bd5bbaa56792fd02b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ded73ce621e068c2f25d07c21a513e40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edf125bb5f14095b56fda8bbdf7321fd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9b19cbf62acd523184fc9c88ae6e0757"/>
          <p:cNvSpPr/>
          <p:nvPr/>
        </p:nvSpPr>
        <p:spPr>
          <a:xfrm>
            <a:off x="9708247" y="434111"/>
            <a:ext cx="1178937" cy="663169"/>
          </a:xfrm>
          <a:prstGeom prst="roundRect">
            <a:avLst/>
          </a:prstGeom>
          <a:solidFill>
            <a:srgbClr val="F2DED3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b940648217da69bad8e7dd6726e02bb1"/>
          <p:cNvSpPr/>
          <p:nvPr/>
        </p:nvSpPr>
        <p:spPr>
          <a:xfrm>
            <a:off x="10030108" y="615163"/>
            <a:ext cx="730283" cy="410794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ff4868114b46cd2e697514501b7983f4"/>
          <p:cNvSpPr/>
          <p:nvPr/>
        </p:nvSpPr>
        <p:spPr>
          <a:xfrm>
            <a:off x="10314174" y="774954"/>
            <a:ext cx="471819" cy="265405"/>
          </a:xfrm>
          <a:prstGeom prst="roundRect">
            <a:avLst/>
          </a:prstGeom>
          <a:solidFill>
            <a:srgbClr val="B44A2D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ec17fd4426926e0be2f95787e4c338f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4a830cbaf1136deff6a40baaef5ce7a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44f60e7e1a0cd9dc8cffe4fe1be0683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315015fb6964a23a6edac074720f417"/>
          <p:cNvSpPr/>
          <p:nvPr/>
        </p:nvSpPr>
        <p:spPr>
          <a:xfrm>
            <a:off x="731502" y="1920240"/>
            <a:ext cx="5120512" cy="301752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1a21d590ce41cdd5ccd27bbaeb565f79"/>
          <p:cNvSpPr/>
          <p:nvPr/>
        </p:nvSpPr>
        <p:spPr>
          <a:xfrm>
            <a:off x="5077841" y="2636215"/>
            <a:ext cx="281628" cy="349758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30079296f70829a80b7eb53f1027eedf"/>
          <p:cNvSpPr/>
          <p:nvPr/>
        </p:nvSpPr>
        <p:spPr>
          <a:xfrm>
            <a:off x="4306107" y="3708806"/>
            <a:ext cx="207259" cy="256489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baed81c584920c6c38d32703fcb383f0"/>
          <p:cNvSpPr/>
          <p:nvPr/>
        </p:nvSpPr>
        <p:spPr>
          <a:xfrm>
            <a:off x="3685549" y="2752801"/>
            <a:ext cx="169465" cy="209855"/>
          </a:xfrm>
          <a:prstGeom prst="roundRect">
            <a:avLst/>
          </a:prstGeom>
          <a:solidFill>
            <a:srgbClr val="F2DED3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4f06a0c4f76bf3d017b1444578e7d6bc"/>
          <p:cNvSpPr/>
          <p:nvPr/>
        </p:nvSpPr>
        <p:spPr>
          <a:xfrm>
            <a:off x="1449593" y="2496312"/>
            <a:ext cx="1973835" cy="2448306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1121b22980c06a8fbacd7583eceb8ce7"/>
          <p:cNvSpPr/>
          <p:nvPr/>
        </p:nvSpPr>
        <p:spPr>
          <a:xfrm>
            <a:off x="1672701" y="3149194"/>
            <a:ext cx="1224046" cy="1517675"/>
          </a:xfrm>
          <a:prstGeom prst="roundRect">
            <a:avLst/>
          </a:prstGeom>
          <a:solidFill>
            <a:srgbClr val="F2DED3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e59668f824703c33a896572dfebcbf55"/>
          <p:cNvSpPr/>
          <p:nvPr/>
        </p:nvSpPr>
        <p:spPr>
          <a:xfrm>
            <a:off x="1637345" y="3732124"/>
            <a:ext cx="790022" cy="979322"/>
          </a:xfrm>
          <a:prstGeom prst="roundRect">
            <a:avLst/>
          </a:prstGeom>
          <a:solidFill>
            <a:srgbClr val="B44A2D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b20e74e650f23032f6a4ce982bfbe08e"/>
          <p:cNvSpPr txBox="1"/>
          <p:nvPr/>
        </p:nvSpPr>
        <p:spPr>
          <a:xfrm>
            <a:off x="7802685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11" name="element_eb969530f3237bfdd5c638d8f0b427f9"/>
          <p:cNvSpPr txBox="1"/>
          <p:nvPr/>
        </p:nvSpPr>
        <p:spPr>
          <a:xfrm>
            <a:off x="6583515" y="1234440"/>
            <a:ext cx="4876678" cy="208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500" dirty="0"/>
          </a:p>
        </p:txBody>
      </p:sp>
      <p:sp>
        <p:nvSpPr>
          <p:cNvPr id="12" name="element_85facd9e9ec716f96ffc88524aff8207"/>
          <p:cNvSpPr txBox="1"/>
          <p:nvPr/>
        </p:nvSpPr>
        <p:spPr>
          <a:xfrm>
            <a:off x="6583515" y="3554501"/>
            <a:ext cx="4876678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six-slide decision review for a fictional sourcing pilot. All data are illustrative test inputs: pilot volume 100, 120, and 140 units over three months; budget 2000 dollars. Include an editable chart, clearly label assumptions, and end with the decis…</a:t>
            </a:r>
            <a:endParaRPr lang="en-US" sz="1400" dirty="0"/>
          </a:p>
        </p:txBody>
      </p:sp>
      <p:sp>
        <p:nvSpPr>
          <p:cNvPr id="13" name="element_e1e2f5fa85fc5f2b35f04563ab1edb85"/>
          <p:cNvSpPr txBox="1"/>
          <p:nvPr/>
        </p:nvSpPr>
        <p:spPr>
          <a:xfrm>
            <a:off x="6583515" y="5280660"/>
            <a:ext cx="4876678" cy="8229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600" dirty="0"/>
          </a:p>
        </p:txBody>
      </p:sp>
      <p:sp>
        <p:nvSpPr>
          <p:cNvPr id="14" name="element_4bdac9eb7f90c1e811ea6cc3f61ee98a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00cbf2af85102903e095de85091e0d31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e9dd313e5b506127c016cabf22e0d4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f2648871fca100e20acd45bfd5621b8"/>
          <p:cNvSpPr/>
          <p:nvPr/>
        </p:nvSpPr>
        <p:spPr>
          <a:xfrm>
            <a:off x="731502" y="1577340"/>
            <a:ext cx="5608180" cy="356616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67c9d106a02f34bdc96d23ab2756a2e7"/>
          <p:cNvSpPr/>
          <p:nvPr/>
        </p:nvSpPr>
        <p:spPr>
          <a:xfrm>
            <a:off x="1244772" y="2381098"/>
            <a:ext cx="312107" cy="432054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a370a89128206fa45dc41fc5dc1ca581"/>
          <p:cNvSpPr/>
          <p:nvPr/>
        </p:nvSpPr>
        <p:spPr>
          <a:xfrm>
            <a:off x="2182313" y="3706063"/>
            <a:ext cx="229204" cy="316840"/>
          </a:xfrm>
          <a:prstGeom prst="roundRect">
            <a:avLst/>
          </a:prstGeom>
          <a:solidFill>
            <a:srgbClr val="F2DED3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89140f4294ceeb83b5fb5b9149a7c81f"/>
          <p:cNvSpPr/>
          <p:nvPr/>
        </p:nvSpPr>
        <p:spPr>
          <a:xfrm>
            <a:off x="2910158" y="2525116"/>
            <a:ext cx="187752" cy="259232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3759361a5d58fe338dfa870f7c7d4c4e"/>
          <p:cNvSpPr/>
          <p:nvPr/>
        </p:nvSpPr>
        <p:spPr>
          <a:xfrm>
            <a:off x="3321018" y="2112950"/>
            <a:ext cx="2361531" cy="3266465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56093667eefe1cf912d4ea303eaac2a7"/>
          <p:cNvSpPr/>
          <p:nvPr/>
        </p:nvSpPr>
        <p:spPr>
          <a:xfrm>
            <a:off x="3937918" y="2966085"/>
            <a:ext cx="1464223" cy="2025167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cd6ad06e85b27e6fc8eb7c461bda26b9"/>
          <p:cNvSpPr/>
          <p:nvPr/>
        </p:nvSpPr>
        <p:spPr>
          <a:xfrm>
            <a:off x="4493859" y="3734867"/>
            <a:ext cx="943637" cy="1305077"/>
          </a:xfrm>
          <a:prstGeom prst="roundRect">
            <a:avLst/>
          </a:prstGeom>
          <a:solidFill>
            <a:srgbClr val="B44A2D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fd8b395bbcea8d0a69222cf7b3014b44"/>
          <p:cNvSpPr txBox="1"/>
          <p:nvPr/>
        </p:nvSpPr>
        <p:spPr>
          <a:xfrm>
            <a:off x="7315017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11" name="element_a72e68d97445520c744e98b8a975f293"/>
          <p:cNvSpPr txBox="1"/>
          <p:nvPr/>
        </p:nvSpPr>
        <p:spPr>
          <a:xfrm>
            <a:off x="7315017" y="1234440"/>
            <a:ext cx="4145176" cy="2245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400" dirty="0"/>
          </a:p>
        </p:txBody>
      </p:sp>
      <p:sp>
        <p:nvSpPr>
          <p:cNvPr id="12" name="element_76c64fa6e150d498e3b7ed9df11ae279"/>
          <p:cNvSpPr txBox="1"/>
          <p:nvPr/>
        </p:nvSpPr>
        <p:spPr>
          <a:xfrm>
            <a:off x="7315017" y="3719779"/>
            <a:ext cx="4145176" cy="1423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600" dirty="0"/>
          </a:p>
        </p:txBody>
      </p:sp>
      <p:sp>
        <p:nvSpPr>
          <p:cNvPr id="13" name="element_d6cc0d873195ffdef2b3c7cc7baeda50"/>
          <p:cNvSpPr txBox="1"/>
          <p:nvPr/>
        </p:nvSpPr>
        <p:spPr>
          <a:xfrm>
            <a:off x="7315017" y="5280660"/>
            <a:ext cx="4145176" cy="7543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Align on intent</a:t>
            </a:r>
            <a:endParaRPr lang="en-US" sz="1600" dirty="0"/>
          </a:p>
        </p:txBody>
      </p:sp>
      <p:sp>
        <p:nvSpPr>
          <p:cNvPr id="14" name="element_e9714e831ae1d3a67dfcf0203360d1d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2653adbe2403ce17bf3221d62c17d08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2f98012810286fd4b912c65d9cc64e5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dc8c1bb03cf4b374f3b90af1e1a913e"/>
          <p:cNvSpPr/>
          <p:nvPr/>
        </p:nvSpPr>
        <p:spPr>
          <a:xfrm>
            <a:off x="5608180" y="1234440"/>
            <a:ext cx="5852014" cy="411480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0dd42d43f6d2fe8674a033af140863c6"/>
          <p:cNvSpPr/>
          <p:nvPr/>
        </p:nvSpPr>
        <p:spPr>
          <a:xfrm>
            <a:off x="6131204" y="2125980"/>
            <a:ext cx="327957" cy="514350"/>
          </a:xfrm>
          <a:prstGeom prst="roundRect">
            <a:avLst/>
          </a:prstGeom>
          <a:solidFill>
            <a:srgbClr val="F2DED3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1a745037e522f54fa1deb80e084a7127"/>
          <p:cNvSpPr/>
          <p:nvPr/>
        </p:nvSpPr>
        <p:spPr>
          <a:xfrm>
            <a:off x="7113854" y="3703320"/>
            <a:ext cx="240176" cy="37719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32591f885a91bb89b1c4b5b0b9a73a32"/>
          <p:cNvSpPr/>
          <p:nvPr/>
        </p:nvSpPr>
        <p:spPr>
          <a:xfrm>
            <a:off x="7879493" y="2297430"/>
            <a:ext cx="196286" cy="308610"/>
          </a:xfrm>
          <a:prstGeom prst="roundRect">
            <a:avLst/>
          </a:prstGeom>
          <a:solidFill>
            <a:srgbClr val="F2DED3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af6577036fb2f8a7b17e8c02c48c1a5f"/>
          <p:cNvSpPr/>
          <p:nvPr/>
        </p:nvSpPr>
        <p:spPr>
          <a:xfrm>
            <a:off x="8235490" y="1690497"/>
            <a:ext cx="2657790" cy="4173093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558f3dde7187daa5058e0a8d0debf742"/>
          <p:cNvSpPr/>
          <p:nvPr/>
        </p:nvSpPr>
        <p:spPr>
          <a:xfrm>
            <a:off x="8920663" y="2767203"/>
            <a:ext cx="1647098" cy="2585466"/>
          </a:xfrm>
          <a:prstGeom prst="roundRect">
            <a:avLst/>
          </a:prstGeom>
          <a:solidFill>
            <a:srgbClr val="F2DED3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918f676a5c5af69e8c1b6740532d744"/>
          <p:cNvSpPr/>
          <p:nvPr/>
        </p:nvSpPr>
        <p:spPr>
          <a:xfrm>
            <a:off x="9538782" y="3737610"/>
            <a:ext cx="1064335" cy="1669923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661192761fb5134483255c20a9d4b3e1"/>
          <p:cNvSpPr txBox="1"/>
          <p:nvPr/>
        </p:nvSpPr>
        <p:spPr>
          <a:xfrm>
            <a:off x="731502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11" name="element_ff3a5256dfc84ceee585b3b8fa93f8d2"/>
          <p:cNvSpPr txBox="1"/>
          <p:nvPr/>
        </p:nvSpPr>
        <p:spPr>
          <a:xfrm>
            <a:off x="731502" y="1234440"/>
            <a:ext cx="4145176" cy="1882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12" name="element_49888b69313516d457ac0779b80b77b8"/>
          <p:cNvSpPr txBox="1"/>
          <p:nvPr/>
        </p:nvSpPr>
        <p:spPr>
          <a:xfrm>
            <a:off x="731502" y="3356991"/>
            <a:ext cx="41451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qualitative review questions until measured evidence is supplied.</a:t>
            </a:r>
            <a:endParaRPr lang="en-US" sz="1600" dirty="0"/>
          </a:p>
        </p:txBody>
      </p:sp>
      <p:sp>
        <p:nvSpPr>
          <p:cNvPr id="13" name="element_c7dbf578e7fb36ee6495c4a1a0ef2200"/>
          <p:cNvSpPr txBox="1"/>
          <p:nvPr/>
        </p:nvSpPr>
        <p:spPr>
          <a:xfrm>
            <a:off x="731502" y="5280660"/>
            <a:ext cx="4145176" cy="758495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400" dirty="0"/>
          </a:p>
        </p:txBody>
      </p:sp>
      <p:sp>
        <p:nvSpPr>
          <p:cNvPr id="14" name="element_e3edbf1ef16589c59b3e267e4131112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b40945a9f9c8ada39e3e3fba3e0d776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6a9276ffd7d7d7abc0d85fe7ca391d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33874190a5b4ec3860e0851f4ca2e62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a80c15fee4378d48cbe4e206097b23eb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600" dirty="0"/>
          </a:p>
        </p:txBody>
      </p:sp>
      <p:sp>
        <p:nvSpPr>
          <p:cNvPr id="5" name="element_30760504def386ec4132e204f5eba7d8"/>
          <p:cNvSpPr/>
          <p:nvPr/>
        </p:nvSpPr>
        <p:spPr>
          <a:xfrm>
            <a:off x="8534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6" name="element_f6e527867c18a8da81c40a9764d2b664"/>
          <p:cNvSpPr txBox="1"/>
          <p:nvPr/>
        </p:nvSpPr>
        <p:spPr>
          <a:xfrm>
            <a:off x="10972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Agree the outcome</a:t>
            </a:r>
            <a:endParaRPr lang="en-US" sz="1600" dirty="0"/>
          </a:p>
        </p:txBody>
      </p:sp>
      <p:sp>
        <p:nvSpPr>
          <p:cNvPr id="7" name="element_7ca40b05d60489e2a9bbd7b3f8f3b3c4"/>
          <p:cNvSpPr/>
          <p:nvPr/>
        </p:nvSpPr>
        <p:spPr>
          <a:xfrm>
            <a:off x="444996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0fb1e1ad6a4fb66d6fba683d31c85abd"/>
          <p:cNvSpPr txBox="1"/>
          <p:nvPr/>
        </p:nvSpPr>
        <p:spPr>
          <a:xfrm>
            <a:off x="469380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Name the owner</a:t>
            </a:r>
            <a:endParaRPr lang="en-US" sz="1600" dirty="0"/>
          </a:p>
        </p:txBody>
      </p:sp>
      <p:sp>
        <p:nvSpPr>
          <p:cNvPr id="9" name="element_9da0a4c6d59fb72788fb97a2bd0c391f"/>
          <p:cNvSpPr/>
          <p:nvPr/>
        </p:nvSpPr>
        <p:spPr>
          <a:xfrm>
            <a:off x="80465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6f882f421292b2cda494539d076f83e4"/>
          <p:cNvSpPr txBox="1"/>
          <p:nvPr/>
        </p:nvSpPr>
        <p:spPr>
          <a:xfrm>
            <a:off x="82903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Set the next checkpoint</a:t>
            </a:r>
            <a:endParaRPr lang="en-US" sz="1600" dirty="0"/>
          </a:p>
        </p:txBody>
      </p:sp>
      <p:sp>
        <p:nvSpPr>
          <p:cNvPr id="11" name="element_cc64fffd1287bbfec8c4a4e16e52728d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755549ca44e04f2cc727abe540086792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23b4b9aeea3b82910c77bd607be6fc2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1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98a1bb44a474aff21e9175424948d112"/>
          <p:cNvSpPr/>
          <p:nvPr/>
        </p:nvSpPr>
        <p:spPr>
          <a:xfrm>
            <a:off x="9546097" y="342900"/>
            <a:ext cx="1584920" cy="891540"/>
          </a:xfrm>
          <a:prstGeom prst="roundRect">
            <a:avLst/>
          </a:prstGeom>
          <a:solidFill>
            <a:srgbClr val="F2DED3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15cb214773eeedaf08713d25448cbea"/>
          <p:cNvSpPr/>
          <p:nvPr/>
        </p:nvSpPr>
        <p:spPr>
          <a:xfrm>
            <a:off x="9948423" y="569214"/>
            <a:ext cx="982651" cy="552755"/>
          </a:xfrm>
          <a:prstGeom prst="roundRect">
            <a:avLst/>
          </a:prstGeom>
          <a:solidFill>
            <a:srgbClr val="F2DED3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1e05def03a15890f5d9523e2476fc32d"/>
          <p:cNvSpPr/>
          <p:nvPr/>
        </p:nvSpPr>
        <p:spPr>
          <a:xfrm>
            <a:off x="10314174" y="774954"/>
            <a:ext cx="633968" cy="356616"/>
          </a:xfrm>
          <a:prstGeom prst="roundRect">
            <a:avLst/>
          </a:prstGeom>
          <a:solidFill>
            <a:srgbClr val="B44A2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4abeec301e15ffe05c64736cfa52f04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b0ac9b30cc336d06bf13cfe9ec704ce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local handoff — structured chart fixture</dc:title>
  <dc:subject>Create an editable, reviewable presentation from this idea</dc:subject>
  <dc:creator>NodeSlide</dc:creator>
  <cp:lastModifiedBy>NodeSlide</cp:lastModifiedBy>
  <cp:revision>1</cp:revision>
  <dcterms:created xsi:type="dcterms:W3CDTF">2026-09-05T11:46:55Z</dcterms:created>
  <dcterms:modified xsi:type="dcterms:W3CDTF">2026-09-05T11:46:55Z</dcterms:modified>
</cp:coreProperties>
</file>